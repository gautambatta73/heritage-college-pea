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3"/>
  </p:notesMasterIdLst>
  <p:sldIdLst>
    <p:sldId id="256" r:id="rId2"/>
    <p:sldId id="258" r:id="rId3"/>
    <p:sldId id="257" r:id="rId4"/>
    <p:sldId id="259" r:id="rId5"/>
    <p:sldId id="263" r:id="rId6"/>
    <p:sldId id="264" r:id="rId7"/>
    <p:sldId id="260" r:id="rId8"/>
    <p:sldId id="265" r:id="rId9"/>
    <p:sldId id="261" r:id="rId10"/>
    <p:sldId id="266"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783EE-B17F-D9E3-E709-78DDC36E0194}" v="537" dt="2025-02-09T07:39:49.491"/>
    <p1510:client id="{D40B1587-0379-0A03-367D-85E3093B14CF}" v="38" dt="2025-02-10T02:57:26.8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tta, Gautam" userId="S::2232517@cegep-heritage.qc.ca::5b72771d-2e90-41fd-a596-33d56854a8cd" providerId="AD" clId="Web-{09C783EE-B17F-D9E3-E709-78DDC36E0194}"/>
    <pc:docChg chg="addSld modSld sldOrd addMainMaster delMainMaster">
      <pc:chgData name="Batta, Gautam" userId="S::2232517@cegep-heritage.qc.ca::5b72771d-2e90-41fd-a596-33d56854a8cd" providerId="AD" clId="Web-{09C783EE-B17F-D9E3-E709-78DDC36E0194}" dt="2025-02-09T07:40:20.914" v="777"/>
      <pc:docMkLst>
        <pc:docMk/>
      </pc:docMkLst>
      <pc:sldChg chg="addSp delSp modSp mod setBg modClrScheme chgLayout">
        <pc:chgData name="Batta, Gautam" userId="S::2232517@cegep-heritage.qc.ca::5b72771d-2e90-41fd-a596-33d56854a8cd" providerId="AD" clId="Web-{09C783EE-B17F-D9E3-E709-78DDC36E0194}" dt="2025-02-09T05:39:12.865" v="101" actId="1076"/>
        <pc:sldMkLst>
          <pc:docMk/>
          <pc:sldMk cId="109857222" sldId="256"/>
        </pc:sldMkLst>
        <pc:spChg chg="mod">
          <ac:chgData name="Batta, Gautam" userId="S::2232517@cegep-heritage.qc.ca::5b72771d-2e90-41fd-a596-33d56854a8cd" providerId="AD" clId="Web-{09C783EE-B17F-D9E3-E709-78DDC36E0194}" dt="2025-02-09T02:23:55.088" v="18"/>
          <ac:spMkLst>
            <pc:docMk/>
            <pc:sldMk cId="109857222" sldId="256"/>
            <ac:spMk id="2" creationId="{00000000-0000-0000-0000-000000000000}"/>
          </ac:spMkLst>
        </pc:spChg>
        <pc:spChg chg="mod">
          <ac:chgData name="Batta, Gautam" userId="S::2232517@cegep-heritage.qc.ca::5b72771d-2e90-41fd-a596-33d56854a8cd" providerId="AD" clId="Web-{09C783EE-B17F-D9E3-E709-78DDC36E0194}" dt="2025-02-09T05:39:12.865" v="101" actId="1076"/>
          <ac:spMkLst>
            <pc:docMk/>
            <pc:sldMk cId="109857222" sldId="256"/>
            <ac:spMk id="3" creationId="{00000000-0000-0000-0000-000000000000}"/>
          </ac:spMkLst>
        </pc:spChg>
        <pc:spChg chg="add del mod">
          <ac:chgData name="Batta, Gautam" userId="S::2232517@cegep-heritage.qc.ca::5b72771d-2e90-41fd-a596-33d56854a8cd" providerId="AD" clId="Web-{09C783EE-B17F-D9E3-E709-78DDC36E0194}" dt="2025-02-09T02:24:16.276" v="20"/>
          <ac:spMkLst>
            <pc:docMk/>
            <pc:sldMk cId="109857222" sldId="256"/>
            <ac:spMk id="5" creationId="{77AFF777-25B8-B503-BA64-4B4CFA1041D7}"/>
          </ac:spMkLst>
        </pc:spChg>
        <pc:spChg chg="add del">
          <ac:chgData name="Batta, Gautam" userId="S::2232517@cegep-heritage.qc.ca::5b72771d-2e90-41fd-a596-33d56854a8cd" providerId="AD" clId="Web-{09C783EE-B17F-D9E3-E709-78DDC36E0194}" dt="2025-02-09T02:23:55.025" v="17"/>
          <ac:spMkLst>
            <pc:docMk/>
            <pc:sldMk cId="109857222" sldId="256"/>
            <ac:spMk id="10" creationId="{F2E5B6AE-5EFE-45F0-A2AE-ED771CA3D7DD}"/>
          </ac:spMkLst>
        </pc:spChg>
        <pc:spChg chg="add del">
          <ac:chgData name="Batta, Gautam" userId="S::2232517@cegep-heritage.qc.ca::5b72771d-2e90-41fd-a596-33d56854a8cd" providerId="AD" clId="Web-{09C783EE-B17F-D9E3-E709-78DDC36E0194}" dt="2025-02-09T02:23:55.025" v="17"/>
          <ac:spMkLst>
            <pc:docMk/>
            <pc:sldMk cId="109857222" sldId="256"/>
            <ac:spMk id="12" creationId="{54B995A6-4802-435A-B06E-30007550573C}"/>
          </ac:spMkLst>
        </pc:spChg>
        <pc:spChg chg="add">
          <ac:chgData name="Batta, Gautam" userId="S::2232517@cegep-heritage.qc.ca::5b72771d-2e90-41fd-a596-33d56854a8cd" providerId="AD" clId="Web-{09C783EE-B17F-D9E3-E709-78DDC36E0194}" dt="2025-02-09T02:23:55.088" v="18"/>
          <ac:spMkLst>
            <pc:docMk/>
            <pc:sldMk cId="109857222" sldId="256"/>
            <ac:spMk id="16" creationId="{D4F87819-B70D-4927-B657-7D175613F950}"/>
          </ac:spMkLst>
        </pc:spChg>
        <pc:spChg chg="add">
          <ac:chgData name="Batta, Gautam" userId="S::2232517@cegep-heritage.qc.ca::5b72771d-2e90-41fd-a596-33d56854a8cd" providerId="AD" clId="Web-{09C783EE-B17F-D9E3-E709-78DDC36E0194}" dt="2025-02-09T02:23:55.088" v="18"/>
          <ac:spMkLst>
            <pc:docMk/>
            <pc:sldMk cId="109857222" sldId="256"/>
            <ac:spMk id="17" creationId="{DCB3820D-C773-4632-9F79-C890E1B2B50D}"/>
          </ac:spMkLst>
        </pc:spChg>
        <pc:spChg chg="add">
          <ac:chgData name="Batta, Gautam" userId="S::2232517@cegep-heritage.qc.ca::5b72771d-2e90-41fd-a596-33d56854a8cd" providerId="AD" clId="Web-{09C783EE-B17F-D9E3-E709-78DDC36E0194}" dt="2025-02-09T02:23:55.088" v="18"/>
          <ac:spMkLst>
            <pc:docMk/>
            <pc:sldMk cId="109857222" sldId="256"/>
            <ac:spMk id="19" creationId="{DCB8EB4B-AFE9-41E8-95B0-F246E5740491}"/>
          </ac:spMkLst>
        </pc:spChg>
        <pc:picChg chg="add del">
          <ac:chgData name="Batta, Gautam" userId="S::2232517@cegep-heritage.qc.ca::5b72771d-2e90-41fd-a596-33d56854a8cd" providerId="AD" clId="Web-{09C783EE-B17F-D9E3-E709-78DDC36E0194}" dt="2025-02-09T02:23:55.025" v="17"/>
          <ac:picMkLst>
            <pc:docMk/>
            <pc:sldMk cId="109857222" sldId="256"/>
            <ac:picMk id="4" creationId="{AEEA30D9-6B3B-F401-1D68-35A3D5321437}"/>
          </ac:picMkLst>
        </pc:picChg>
        <pc:picChg chg="add">
          <ac:chgData name="Batta, Gautam" userId="S::2232517@cegep-heritage.qc.ca::5b72771d-2e90-41fd-a596-33d56854a8cd" providerId="AD" clId="Web-{09C783EE-B17F-D9E3-E709-78DDC36E0194}" dt="2025-02-09T02:23:55.088" v="18"/>
          <ac:picMkLst>
            <pc:docMk/>
            <pc:sldMk cId="109857222" sldId="256"/>
            <ac:picMk id="18" creationId="{CCE668CA-3645-41CE-C4B7-47B593FA8123}"/>
          </ac:picMkLst>
        </pc:picChg>
        <pc:cxnChg chg="add del">
          <ac:chgData name="Batta, Gautam" userId="S::2232517@cegep-heritage.qc.ca::5b72771d-2e90-41fd-a596-33d56854a8cd" providerId="AD" clId="Web-{09C783EE-B17F-D9E3-E709-78DDC36E0194}" dt="2025-02-09T02:23:55.025" v="17"/>
          <ac:cxnSpMkLst>
            <pc:docMk/>
            <pc:sldMk cId="109857222" sldId="256"/>
            <ac:cxnSpMk id="14" creationId="{D255B435-D9F3-4A31-B89E-36741390DB4B}"/>
          </ac:cxnSpMkLst>
        </pc:cxnChg>
      </pc:sldChg>
      <pc:sldChg chg="modSp new ord modNotes">
        <pc:chgData name="Batta, Gautam" userId="S::2232517@cegep-heritage.qc.ca::5b72771d-2e90-41fd-a596-33d56854a8cd" providerId="AD" clId="Web-{09C783EE-B17F-D9E3-E709-78DDC36E0194}" dt="2025-02-09T07:40:20.914" v="777"/>
        <pc:sldMkLst>
          <pc:docMk/>
          <pc:sldMk cId="2384178102" sldId="257"/>
        </pc:sldMkLst>
        <pc:spChg chg="mod">
          <ac:chgData name="Batta, Gautam" userId="S::2232517@cegep-heritage.qc.ca::5b72771d-2e90-41fd-a596-33d56854a8cd" providerId="AD" clId="Web-{09C783EE-B17F-D9E3-E709-78DDC36E0194}" dt="2025-02-09T07:38:11.990" v="742" actId="20577"/>
          <ac:spMkLst>
            <pc:docMk/>
            <pc:sldMk cId="2384178102" sldId="257"/>
            <ac:spMk id="2" creationId="{8907964C-2C18-AA71-6408-E7BC6FC70376}"/>
          </ac:spMkLst>
        </pc:spChg>
        <pc:spChg chg="mod">
          <ac:chgData name="Batta, Gautam" userId="S::2232517@cegep-heritage.qc.ca::5b72771d-2e90-41fd-a596-33d56854a8cd" providerId="AD" clId="Web-{09C783EE-B17F-D9E3-E709-78DDC36E0194}" dt="2025-02-09T07:39:49.491" v="767" actId="20577"/>
          <ac:spMkLst>
            <pc:docMk/>
            <pc:sldMk cId="2384178102" sldId="257"/>
            <ac:spMk id="3" creationId="{BEB3B7F2-03B7-97E4-BA3D-AB9C21648E32}"/>
          </ac:spMkLst>
        </pc:spChg>
      </pc:sldChg>
      <pc:sldChg chg="modSp new">
        <pc:chgData name="Batta, Gautam" userId="S::2232517@cegep-heritage.qc.ca::5b72771d-2e90-41fd-a596-33d56854a8cd" providerId="AD" clId="Web-{09C783EE-B17F-D9E3-E709-78DDC36E0194}" dt="2025-02-09T06:37:23.133" v="111" actId="20577"/>
        <pc:sldMkLst>
          <pc:docMk/>
          <pc:sldMk cId="793906692" sldId="258"/>
        </pc:sldMkLst>
        <pc:spChg chg="mod">
          <ac:chgData name="Batta, Gautam" userId="S::2232517@cegep-heritage.qc.ca::5b72771d-2e90-41fd-a596-33d56854a8cd" providerId="AD" clId="Web-{09C783EE-B17F-D9E3-E709-78DDC36E0194}" dt="2025-02-09T02:27:05.201" v="76" actId="20577"/>
          <ac:spMkLst>
            <pc:docMk/>
            <pc:sldMk cId="793906692" sldId="258"/>
            <ac:spMk id="2" creationId="{25C7D7B7-64E0-E428-E601-410EFAB95A32}"/>
          </ac:spMkLst>
        </pc:spChg>
        <pc:spChg chg="mod">
          <ac:chgData name="Batta, Gautam" userId="S::2232517@cegep-heritage.qc.ca::5b72771d-2e90-41fd-a596-33d56854a8cd" providerId="AD" clId="Web-{09C783EE-B17F-D9E3-E709-78DDC36E0194}" dt="2025-02-09T06:37:23.133" v="111" actId="20577"/>
          <ac:spMkLst>
            <pc:docMk/>
            <pc:sldMk cId="793906692" sldId="258"/>
            <ac:spMk id="3" creationId="{D34EC929-CBAF-396E-A029-2D9420AC7174}"/>
          </ac:spMkLst>
        </pc:spChg>
      </pc:sldChg>
      <pc:sldChg chg="modSp new modNotes">
        <pc:chgData name="Batta, Gautam" userId="S::2232517@cegep-heritage.qc.ca::5b72771d-2e90-41fd-a596-33d56854a8cd" providerId="AD" clId="Web-{09C783EE-B17F-D9E3-E709-78DDC36E0194}" dt="2025-02-09T07:37:51.099" v="738"/>
        <pc:sldMkLst>
          <pc:docMk/>
          <pc:sldMk cId="2697620660" sldId="259"/>
        </pc:sldMkLst>
        <pc:spChg chg="mod">
          <ac:chgData name="Batta, Gautam" userId="S::2232517@cegep-heritage.qc.ca::5b72771d-2e90-41fd-a596-33d56854a8cd" providerId="AD" clId="Web-{09C783EE-B17F-D9E3-E709-78DDC36E0194}" dt="2025-02-09T02:27:33.780" v="81" actId="20577"/>
          <ac:spMkLst>
            <pc:docMk/>
            <pc:sldMk cId="2697620660" sldId="259"/>
            <ac:spMk id="2" creationId="{2FE1B807-0F3A-A0B8-56E8-3390C26776DE}"/>
          </ac:spMkLst>
        </pc:spChg>
        <pc:spChg chg="mod">
          <ac:chgData name="Batta, Gautam" userId="S::2232517@cegep-heritage.qc.ca::5b72771d-2e90-41fd-a596-33d56854a8cd" providerId="AD" clId="Web-{09C783EE-B17F-D9E3-E709-78DDC36E0194}" dt="2025-02-09T07:03:03.745" v="412" actId="20577"/>
          <ac:spMkLst>
            <pc:docMk/>
            <pc:sldMk cId="2697620660" sldId="259"/>
            <ac:spMk id="3" creationId="{4D78BF4D-0876-D5F9-A2C4-B4CE2B951676}"/>
          </ac:spMkLst>
        </pc:spChg>
      </pc:sldChg>
      <pc:sldChg chg="modSp new modNotes">
        <pc:chgData name="Batta, Gautam" userId="S::2232517@cegep-heritage.qc.ca::5b72771d-2e90-41fd-a596-33d56854a8cd" providerId="AD" clId="Web-{09C783EE-B17F-D9E3-E709-78DDC36E0194}" dt="2025-02-09T07:26:45.056" v="643"/>
        <pc:sldMkLst>
          <pc:docMk/>
          <pc:sldMk cId="1614784013" sldId="260"/>
        </pc:sldMkLst>
        <pc:spChg chg="mod">
          <ac:chgData name="Batta, Gautam" userId="S::2232517@cegep-heritage.qc.ca::5b72771d-2e90-41fd-a596-33d56854a8cd" providerId="AD" clId="Web-{09C783EE-B17F-D9E3-E709-78DDC36E0194}" dt="2025-02-09T02:27:59.640" v="87" actId="20577"/>
          <ac:spMkLst>
            <pc:docMk/>
            <pc:sldMk cId="1614784013" sldId="260"/>
            <ac:spMk id="2" creationId="{965955C4-6DB3-D895-5DBF-6B40F10B3CAE}"/>
          </ac:spMkLst>
        </pc:spChg>
        <pc:spChg chg="mod">
          <ac:chgData name="Batta, Gautam" userId="S::2232517@cegep-heritage.qc.ca::5b72771d-2e90-41fd-a596-33d56854a8cd" providerId="AD" clId="Web-{09C783EE-B17F-D9E3-E709-78DDC36E0194}" dt="2025-02-09T07:10:00.346" v="474" actId="20577"/>
          <ac:spMkLst>
            <pc:docMk/>
            <pc:sldMk cId="1614784013" sldId="260"/>
            <ac:spMk id="3" creationId="{B9B31FFB-D61D-E073-14A9-F39838D1319B}"/>
          </ac:spMkLst>
        </pc:spChg>
      </pc:sldChg>
      <pc:sldChg chg="modSp new modNotes">
        <pc:chgData name="Batta, Gautam" userId="S::2232517@cegep-heritage.qc.ca::5b72771d-2e90-41fd-a596-33d56854a8cd" providerId="AD" clId="Web-{09C783EE-B17F-D9E3-E709-78DDC36E0194}" dt="2025-02-09T07:27:07.353" v="650"/>
        <pc:sldMkLst>
          <pc:docMk/>
          <pc:sldMk cId="3692339735" sldId="261"/>
        </pc:sldMkLst>
        <pc:spChg chg="mod">
          <ac:chgData name="Batta, Gautam" userId="S::2232517@cegep-heritage.qc.ca::5b72771d-2e90-41fd-a596-33d56854a8cd" providerId="AD" clId="Web-{09C783EE-B17F-D9E3-E709-78DDC36E0194}" dt="2025-02-09T02:28:17.031" v="92" actId="20577"/>
          <ac:spMkLst>
            <pc:docMk/>
            <pc:sldMk cId="3692339735" sldId="261"/>
            <ac:spMk id="2" creationId="{58F95F95-334D-3F9A-C315-BAC7E87F59DB}"/>
          </ac:spMkLst>
        </pc:spChg>
        <pc:spChg chg="mod">
          <ac:chgData name="Batta, Gautam" userId="S::2232517@cegep-heritage.qc.ca::5b72771d-2e90-41fd-a596-33d56854a8cd" providerId="AD" clId="Web-{09C783EE-B17F-D9E3-E709-78DDC36E0194}" dt="2025-02-09T07:15:03.977" v="528" actId="20577"/>
          <ac:spMkLst>
            <pc:docMk/>
            <pc:sldMk cId="3692339735" sldId="261"/>
            <ac:spMk id="3" creationId="{9EBDD1BE-506D-DA82-236C-964712DC9237}"/>
          </ac:spMkLst>
        </pc:spChg>
      </pc:sldChg>
      <pc:sldChg chg="modSp new">
        <pc:chgData name="Batta, Gautam" userId="S::2232517@cegep-heritage.qc.ca::5b72771d-2e90-41fd-a596-33d56854a8cd" providerId="AD" clId="Web-{09C783EE-B17F-D9E3-E709-78DDC36E0194}" dt="2025-02-09T07:16:28.431" v="552" actId="14100"/>
        <pc:sldMkLst>
          <pc:docMk/>
          <pc:sldMk cId="1989379421" sldId="262"/>
        </pc:sldMkLst>
        <pc:spChg chg="mod">
          <ac:chgData name="Batta, Gautam" userId="S::2232517@cegep-heritage.qc.ca::5b72771d-2e90-41fd-a596-33d56854a8cd" providerId="AD" clId="Web-{09C783EE-B17F-D9E3-E709-78DDC36E0194}" dt="2025-02-09T02:28:23.140" v="97" actId="20577"/>
          <ac:spMkLst>
            <pc:docMk/>
            <pc:sldMk cId="1989379421" sldId="262"/>
            <ac:spMk id="2" creationId="{D253A7EE-83D0-9789-0513-26D560B44D62}"/>
          </ac:spMkLst>
        </pc:spChg>
        <pc:spChg chg="mod">
          <ac:chgData name="Batta, Gautam" userId="S::2232517@cegep-heritage.qc.ca::5b72771d-2e90-41fd-a596-33d56854a8cd" providerId="AD" clId="Web-{09C783EE-B17F-D9E3-E709-78DDC36E0194}" dt="2025-02-09T07:16:28.431" v="552" actId="14100"/>
          <ac:spMkLst>
            <pc:docMk/>
            <pc:sldMk cId="1989379421" sldId="262"/>
            <ac:spMk id="3" creationId="{F6D347DE-1CEA-C16A-9EC2-367F15266A5B}"/>
          </ac:spMkLst>
        </pc:spChg>
      </pc:sldChg>
      <pc:sldChg chg="modSp new modNotes">
        <pc:chgData name="Batta, Gautam" userId="S::2232517@cegep-heritage.qc.ca::5b72771d-2e90-41fd-a596-33d56854a8cd" providerId="AD" clId="Web-{09C783EE-B17F-D9E3-E709-78DDC36E0194}" dt="2025-02-09T07:34:36.142" v="718"/>
        <pc:sldMkLst>
          <pc:docMk/>
          <pc:sldMk cId="1869163885" sldId="263"/>
        </pc:sldMkLst>
        <pc:spChg chg="mod">
          <ac:chgData name="Batta, Gautam" userId="S::2232517@cegep-heritage.qc.ca::5b72771d-2e90-41fd-a596-33d56854a8cd" providerId="AD" clId="Web-{09C783EE-B17F-D9E3-E709-78DDC36E0194}" dt="2025-02-09T06:48:30.899" v="237" actId="20577"/>
          <ac:spMkLst>
            <pc:docMk/>
            <pc:sldMk cId="1869163885" sldId="263"/>
            <ac:spMk id="2" creationId="{ADBB10FD-CFCC-3A24-874E-F91B2705919A}"/>
          </ac:spMkLst>
        </pc:spChg>
        <pc:spChg chg="mod">
          <ac:chgData name="Batta, Gautam" userId="S::2232517@cegep-heritage.qc.ca::5b72771d-2e90-41fd-a596-33d56854a8cd" providerId="AD" clId="Web-{09C783EE-B17F-D9E3-E709-78DDC36E0194}" dt="2025-02-09T07:33:54.876" v="709" actId="20577"/>
          <ac:spMkLst>
            <pc:docMk/>
            <pc:sldMk cId="1869163885" sldId="263"/>
            <ac:spMk id="3" creationId="{E2BB81FA-9479-3371-8FA3-D9D05D8F7CE6}"/>
          </ac:spMkLst>
        </pc:spChg>
      </pc:sldChg>
      <pc:sldChg chg="modSp new modNotes">
        <pc:chgData name="Batta, Gautam" userId="S::2232517@cegep-heritage.qc.ca::5b72771d-2e90-41fd-a596-33d56854a8cd" providerId="AD" clId="Web-{09C783EE-B17F-D9E3-E709-78DDC36E0194}" dt="2025-02-09T07:29:44.356" v="676"/>
        <pc:sldMkLst>
          <pc:docMk/>
          <pc:sldMk cId="2494832562" sldId="264"/>
        </pc:sldMkLst>
        <pc:spChg chg="mod">
          <ac:chgData name="Batta, Gautam" userId="S::2232517@cegep-heritage.qc.ca::5b72771d-2e90-41fd-a596-33d56854a8cd" providerId="AD" clId="Web-{09C783EE-B17F-D9E3-E709-78DDC36E0194}" dt="2025-02-09T06:48:37.665" v="245" actId="20577"/>
          <ac:spMkLst>
            <pc:docMk/>
            <pc:sldMk cId="2494832562" sldId="264"/>
            <ac:spMk id="2" creationId="{44078FD1-6279-A9EB-C24F-B6FD13AA7581}"/>
          </ac:spMkLst>
        </pc:spChg>
        <pc:spChg chg="mod">
          <ac:chgData name="Batta, Gautam" userId="S::2232517@cegep-heritage.qc.ca::5b72771d-2e90-41fd-a596-33d56854a8cd" providerId="AD" clId="Web-{09C783EE-B17F-D9E3-E709-78DDC36E0194}" dt="2025-02-09T07:05:33.264" v="452" actId="20577"/>
          <ac:spMkLst>
            <pc:docMk/>
            <pc:sldMk cId="2494832562" sldId="264"/>
            <ac:spMk id="3" creationId="{42993B11-47B9-D7AD-E3DC-12FBEF5F2151}"/>
          </ac:spMkLst>
        </pc:spChg>
      </pc:sldChg>
      <pc:sldChg chg="modSp new ord modNotes">
        <pc:chgData name="Batta, Gautam" userId="S::2232517@cegep-heritage.qc.ca::5b72771d-2e90-41fd-a596-33d56854a8cd" providerId="AD" clId="Web-{09C783EE-B17F-D9E3-E709-78DDC36E0194}" dt="2025-02-09T07:26:56.728" v="646"/>
        <pc:sldMkLst>
          <pc:docMk/>
          <pc:sldMk cId="2733095060" sldId="265"/>
        </pc:sldMkLst>
        <pc:spChg chg="mod">
          <ac:chgData name="Batta, Gautam" userId="S::2232517@cegep-heritage.qc.ca::5b72771d-2e90-41fd-a596-33d56854a8cd" providerId="AD" clId="Web-{09C783EE-B17F-D9E3-E709-78DDC36E0194}" dt="2025-02-09T06:58:21.553" v="353" actId="20577"/>
          <ac:spMkLst>
            <pc:docMk/>
            <pc:sldMk cId="2733095060" sldId="265"/>
            <ac:spMk id="2" creationId="{6420AA2C-6F00-C6CC-CAAF-1A42B26703AD}"/>
          </ac:spMkLst>
        </pc:spChg>
        <pc:spChg chg="mod">
          <ac:chgData name="Batta, Gautam" userId="S::2232517@cegep-heritage.qc.ca::5b72771d-2e90-41fd-a596-33d56854a8cd" providerId="AD" clId="Web-{09C783EE-B17F-D9E3-E709-78DDC36E0194}" dt="2025-02-09T07:11:51.348" v="500" actId="20577"/>
          <ac:spMkLst>
            <pc:docMk/>
            <pc:sldMk cId="2733095060" sldId="265"/>
            <ac:spMk id="3" creationId="{19AC7C03-2520-2A54-6110-0568CB2EE397}"/>
          </ac:spMkLst>
        </pc:spChg>
      </pc:sldChg>
      <pc:sldChg chg="addSp delSp modSp new mod setBg setClrOvrMap">
        <pc:chgData name="Batta, Gautam" userId="S::2232517@cegep-heritage.qc.ca::5b72771d-2e90-41fd-a596-33d56854a8cd" providerId="AD" clId="Web-{09C783EE-B17F-D9E3-E709-78DDC36E0194}" dt="2025-02-09T07:28:52.949" v="669"/>
        <pc:sldMkLst>
          <pc:docMk/>
          <pc:sldMk cId="2191213256" sldId="266"/>
        </pc:sldMkLst>
        <pc:spChg chg="mod">
          <ac:chgData name="Batta, Gautam" userId="S::2232517@cegep-heritage.qc.ca::5b72771d-2e90-41fd-a596-33d56854a8cd" providerId="AD" clId="Web-{09C783EE-B17F-D9E3-E709-78DDC36E0194}" dt="2025-02-09T07:28:52.949" v="669"/>
          <ac:spMkLst>
            <pc:docMk/>
            <pc:sldMk cId="2191213256" sldId="266"/>
            <ac:spMk id="2" creationId="{37056930-D6C4-CC30-D683-64DFD5AF34C7}"/>
          </ac:spMkLst>
        </pc:spChg>
        <pc:spChg chg="del">
          <ac:chgData name="Batta, Gautam" userId="S::2232517@cegep-heritage.qc.ca::5b72771d-2e90-41fd-a596-33d56854a8cd" providerId="AD" clId="Web-{09C783EE-B17F-D9E3-E709-78DDC36E0194}" dt="2025-02-09T07:28:20.042" v="655"/>
          <ac:spMkLst>
            <pc:docMk/>
            <pc:sldMk cId="2191213256" sldId="266"/>
            <ac:spMk id="3" creationId="{2355305F-F294-41A9-BBF5-20CE8BFA7568}"/>
          </ac:spMkLst>
        </pc:spChg>
        <pc:spChg chg="add mod">
          <ac:chgData name="Batta, Gautam" userId="S::2232517@cegep-heritage.qc.ca::5b72771d-2e90-41fd-a596-33d56854a8cd" providerId="AD" clId="Web-{09C783EE-B17F-D9E3-E709-78DDC36E0194}" dt="2025-02-09T07:28:52.949" v="669"/>
          <ac:spMkLst>
            <pc:docMk/>
            <pc:sldMk cId="2191213256" sldId="266"/>
            <ac:spMk id="8" creationId="{27734225-2AD5-45A9-ACB3-59099F7855BB}"/>
          </ac:spMkLst>
        </pc:spChg>
        <pc:spChg chg="add del">
          <ac:chgData name="Batta, Gautam" userId="S::2232517@cegep-heritage.qc.ca::5b72771d-2e90-41fd-a596-33d56854a8cd" providerId="AD" clId="Web-{09C783EE-B17F-D9E3-E709-78DDC36E0194}" dt="2025-02-09T07:28:52.949" v="669"/>
          <ac:spMkLst>
            <pc:docMk/>
            <pc:sldMk cId="2191213256" sldId="266"/>
            <ac:spMk id="11" creationId="{F13C74B1-5B17-4795-BED0-7140497B445A}"/>
          </ac:spMkLst>
        </pc:spChg>
        <pc:spChg chg="add del">
          <ac:chgData name="Batta, Gautam" userId="S::2232517@cegep-heritage.qc.ca::5b72771d-2e90-41fd-a596-33d56854a8cd" providerId="AD" clId="Web-{09C783EE-B17F-D9E3-E709-78DDC36E0194}" dt="2025-02-09T07:28:52.949" v="669"/>
          <ac:spMkLst>
            <pc:docMk/>
            <pc:sldMk cId="2191213256" sldId="266"/>
            <ac:spMk id="13" creationId="{3FCFB1DE-0B7E-48CC-BA90-B2AB0889F9D6}"/>
          </ac:spMkLst>
        </pc:spChg>
        <pc:spChg chg="add">
          <ac:chgData name="Batta, Gautam" userId="S::2232517@cegep-heritage.qc.ca::5b72771d-2e90-41fd-a596-33d56854a8cd" providerId="AD" clId="Web-{09C783EE-B17F-D9E3-E709-78DDC36E0194}" dt="2025-02-09T07:28:52.949" v="669"/>
          <ac:spMkLst>
            <pc:docMk/>
            <pc:sldMk cId="2191213256" sldId="266"/>
            <ac:spMk id="18" creationId="{DA381740-063A-41A4-836D-85D14980EEF0}"/>
          </ac:spMkLst>
        </pc:spChg>
        <pc:spChg chg="add">
          <ac:chgData name="Batta, Gautam" userId="S::2232517@cegep-heritage.qc.ca::5b72771d-2e90-41fd-a596-33d56854a8cd" providerId="AD" clId="Web-{09C783EE-B17F-D9E3-E709-78DDC36E0194}" dt="2025-02-09T07:28:52.949" v="669"/>
          <ac:spMkLst>
            <pc:docMk/>
            <pc:sldMk cId="2191213256" sldId="266"/>
            <ac:spMk id="20" creationId="{AD35AE2F-5E3A-49D9-8DE1-8A333BA4088E}"/>
          </ac:spMkLst>
        </pc:spChg>
        <pc:spChg chg="add">
          <ac:chgData name="Batta, Gautam" userId="S::2232517@cegep-heritage.qc.ca::5b72771d-2e90-41fd-a596-33d56854a8cd" providerId="AD" clId="Web-{09C783EE-B17F-D9E3-E709-78DDC36E0194}" dt="2025-02-09T07:28:52.949" v="669"/>
          <ac:spMkLst>
            <pc:docMk/>
            <pc:sldMk cId="2191213256" sldId="266"/>
            <ac:spMk id="22" creationId="{04D8AD8F-EF7F-481F-B99A-B8513897050A}"/>
          </ac:spMkLst>
        </pc:spChg>
        <pc:spChg chg="add">
          <ac:chgData name="Batta, Gautam" userId="S::2232517@cegep-heritage.qc.ca::5b72771d-2e90-41fd-a596-33d56854a8cd" providerId="AD" clId="Web-{09C783EE-B17F-D9E3-E709-78DDC36E0194}" dt="2025-02-09T07:28:52.949" v="669"/>
          <ac:spMkLst>
            <pc:docMk/>
            <pc:sldMk cId="2191213256" sldId="266"/>
            <ac:spMk id="24" creationId="{79EB4626-023C-436D-9F57-9EB46080909D}"/>
          </ac:spMkLst>
        </pc:spChg>
        <pc:picChg chg="add mod ord">
          <ac:chgData name="Batta, Gautam" userId="S::2232517@cegep-heritage.qc.ca::5b72771d-2e90-41fd-a596-33d56854a8cd" providerId="AD" clId="Web-{09C783EE-B17F-D9E3-E709-78DDC36E0194}" dt="2025-02-09T07:28:52.949" v="669"/>
          <ac:picMkLst>
            <pc:docMk/>
            <pc:sldMk cId="2191213256" sldId="266"/>
            <ac:picMk id="4" creationId="{E17CBEAF-13F6-81D3-D4D8-9A08FDB86CB5}"/>
          </ac:picMkLst>
        </pc:picChg>
      </pc:sldChg>
      <pc:sldMasterChg chg="add del addSldLayout delSldLayout">
        <pc:chgData name="Batta, Gautam" userId="S::2232517@cegep-heritage.qc.ca::5b72771d-2e90-41fd-a596-33d56854a8cd" providerId="AD" clId="Web-{09C783EE-B17F-D9E3-E709-78DDC36E0194}" dt="2025-02-09T02:23:55.088" v="18"/>
        <pc:sldMasterMkLst>
          <pc:docMk/>
          <pc:sldMasterMk cId="2460954070" sldId="2147483660"/>
        </pc:sldMasterMkLst>
        <pc:sldLayoutChg chg="add del">
          <pc:chgData name="Batta, Gautam" userId="S::2232517@cegep-heritage.qc.ca::5b72771d-2e90-41fd-a596-33d56854a8cd" providerId="AD" clId="Web-{09C783EE-B17F-D9E3-E709-78DDC36E0194}" dt="2025-02-09T02:23:55.088" v="18"/>
          <pc:sldLayoutMkLst>
            <pc:docMk/>
            <pc:sldMasterMk cId="2460954070" sldId="2147483660"/>
            <pc:sldLayoutMk cId="2385387890" sldId="2147483661"/>
          </pc:sldLayoutMkLst>
        </pc:sldLayoutChg>
        <pc:sldLayoutChg chg="add del">
          <pc:chgData name="Batta, Gautam" userId="S::2232517@cegep-heritage.qc.ca::5b72771d-2e90-41fd-a596-33d56854a8cd" providerId="AD" clId="Web-{09C783EE-B17F-D9E3-E709-78DDC36E0194}" dt="2025-02-09T02:23:55.088" v="18"/>
          <pc:sldLayoutMkLst>
            <pc:docMk/>
            <pc:sldMasterMk cId="2460954070" sldId="2147483660"/>
            <pc:sldLayoutMk cId="949138452" sldId="2147483662"/>
          </pc:sldLayoutMkLst>
        </pc:sldLayoutChg>
        <pc:sldLayoutChg chg="add del">
          <pc:chgData name="Batta, Gautam" userId="S::2232517@cegep-heritage.qc.ca::5b72771d-2e90-41fd-a596-33d56854a8cd" providerId="AD" clId="Web-{09C783EE-B17F-D9E3-E709-78DDC36E0194}" dt="2025-02-09T02:23:55.088" v="18"/>
          <pc:sldLayoutMkLst>
            <pc:docMk/>
            <pc:sldMasterMk cId="2460954070" sldId="2147483660"/>
            <pc:sldLayoutMk cId="2591524520" sldId="2147483663"/>
          </pc:sldLayoutMkLst>
        </pc:sldLayoutChg>
        <pc:sldLayoutChg chg="add del">
          <pc:chgData name="Batta, Gautam" userId="S::2232517@cegep-heritage.qc.ca::5b72771d-2e90-41fd-a596-33d56854a8cd" providerId="AD" clId="Web-{09C783EE-B17F-D9E3-E709-78DDC36E0194}" dt="2025-02-09T02:23:55.088" v="18"/>
          <pc:sldLayoutMkLst>
            <pc:docMk/>
            <pc:sldMasterMk cId="2460954070" sldId="2147483660"/>
            <pc:sldLayoutMk cId="1203092039" sldId="2147483664"/>
          </pc:sldLayoutMkLst>
        </pc:sldLayoutChg>
        <pc:sldLayoutChg chg="add del">
          <pc:chgData name="Batta, Gautam" userId="S::2232517@cegep-heritage.qc.ca::5b72771d-2e90-41fd-a596-33d56854a8cd" providerId="AD" clId="Web-{09C783EE-B17F-D9E3-E709-78DDC36E0194}" dt="2025-02-09T02:23:55.088" v="18"/>
          <pc:sldLayoutMkLst>
            <pc:docMk/>
            <pc:sldMasterMk cId="2460954070" sldId="2147483660"/>
            <pc:sldLayoutMk cId="3733172339" sldId="2147483665"/>
          </pc:sldLayoutMkLst>
        </pc:sldLayoutChg>
        <pc:sldLayoutChg chg="add del">
          <pc:chgData name="Batta, Gautam" userId="S::2232517@cegep-heritage.qc.ca::5b72771d-2e90-41fd-a596-33d56854a8cd" providerId="AD" clId="Web-{09C783EE-B17F-D9E3-E709-78DDC36E0194}" dt="2025-02-09T02:23:55.088" v="18"/>
          <pc:sldLayoutMkLst>
            <pc:docMk/>
            <pc:sldMasterMk cId="2460954070" sldId="2147483660"/>
            <pc:sldLayoutMk cId="3210312558" sldId="2147483666"/>
          </pc:sldLayoutMkLst>
        </pc:sldLayoutChg>
        <pc:sldLayoutChg chg="add del">
          <pc:chgData name="Batta, Gautam" userId="S::2232517@cegep-heritage.qc.ca::5b72771d-2e90-41fd-a596-33d56854a8cd" providerId="AD" clId="Web-{09C783EE-B17F-D9E3-E709-78DDC36E0194}" dt="2025-02-09T02:23:55.088" v="18"/>
          <pc:sldLayoutMkLst>
            <pc:docMk/>
            <pc:sldMasterMk cId="2460954070" sldId="2147483660"/>
            <pc:sldLayoutMk cId="3146388984" sldId="2147483667"/>
          </pc:sldLayoutMkLst>
        </pc:sldLayoutChg>
        <pc:sldLayoutChg chg="add del">
          <pc:chgData name="Batta, Gautam" userId="S::2232517@cegep-heritage.qc.ca::5b72771d-2e90-41fd-a596-33d56854a8cd" providerId="AD" clId="Web-{09C783EE-B17F-D9E3-E709-78DDC36E0194}" dt="2025-02-09T02:23:55.088" v="18"/>
          <pc:sldLayoutMkLst>
            <pc:docMk/>
            <pc:sldMasterMk cId="2460954070" sldId="2147483660"/>
            <pc:sldLayoutMk cId="3171841454" sldId="2147483668"/>
          </pc:sldLayoutMkLst>
        </pc:sldLayoutChg>
        <pc:sldLayoutChg chg="add del">
          <pc:chgData name="Batta, Gautam" userId="S::2232517@cegep-heritage.qc.ca::5b72771d-2e90-41fd-a596-33d56854a8cd" providerId="AD" clId="Web-{09C783EE-B17F-D9E3-E709-78DDC36E0194}" dt="2025-02-09T02:23:55.088" v="18"/>
          <pc:sldLayoutMkLst>
            <pc:docMk/>
            <pc:sldMasterMk cId="2460954070" sldId="2147483660"/>
            <pc:sldLayoutMk cId="1718958274" sldId="2147483669"/>
          </pc:sldLayoutMkLst>
        </pc:sldLayoutChg>
        <pc:sldLayoutChg chg="add del">
          <pc:chgData name="Batta, Gautam" userId="S::2232517@cegep-heritage.qc.ca::5b72771d-2e90-41fd-a596-33d56854a8cd" providerId="AD" clId="Web-{09C783EE-B17F-D9E3-E709-78DDC36E0194}" dt="2025-02-09T02:23:55.088" v="18"/>
          <pc:sldLayoutMkLst>
            <pc:docMk/>
            <pc:sldMasterMk cId="2460954070" sldId="2147483660"/>
            <pc:sldLayoutMk cId="2202905451" sldId="2147483670"/>
          </pc:sldLayoutMkLst>
        </pc:sldLayoutChg>
        <pc:sldLayoutChg chg="add del">
          <pc:chgData name="Batta, Gautam" userId="S::2232517@cegep-heritage.qc.ca::5b72771d-2e90-41fd-a596-33d56854a8cd" providerId="AD" clId="Web-{09C783EE-B17F-D9E3-E709-78DDC36E0194}" dt="2025-02-09T02:23:55.088" v="18"/>
          <pc:sldLayoutMkLst>
            <pc:docMk/>
            <pc:sldMasterMk cId="2460954070" sldId="2147483660"/>
            <pc:sldLayoutMk cId="3479445657" sldId="2147483671"/>
          </pc:sldLayoutMkLst>
        </pc:sldLayoutChg>
      </pc:sldMasterChg>
      <pc:sldMasterChg chg="add del addSldLayout delSldLayout">
        <pc:chgData name="Batta, Gautam" userId="S::2232517@cegep-heritage.qc.ca::5b72771d-2e90-41fd-a596-33d56854a8cd" providerId="AD" clId="Web-{09C783EE-B17F-D9E3-E709-78DDC36E0194}" dt="2025-02-09T02:23:55.025" v="17"/>
        <pc:sldMasterMkLst>
          <pc:docMk/>
          <pc:sldMasterMk cId="2350276784" sldId="2147483672"/>
        </pc:sldMasterMkLst>
        <pc:sldLayoutChg chg="add del">
          <pc:chgData name="Batta, Gautam" userId="S::2232517@cegep-heritage.qc.ca::5b72771d-2e90-41fd-a596-33d56854a8cd" providerId="AD" clId="Web-{09C783EE-B17F-D9E3-E709-78DDC36E0194}" dt="2025-02-09T02:23:55.025" v="17"/>
          <pc:sldLayoutMkLst>
            <pc:docMk/>
            <pc:sldMasterMk cId="2350276784" sldId="2147483672"/>
            <pc:sldLayoutMk cId="443843875" sldId="2147483673"/>
          </pc:sldLayoutMkLst>
        </pc:sldLayoutChg>
        <pc:sldLayoutChg chg="add del">
          <pc:chgData name="Batta, Gautam" userId="S::2232517@cegep-heritage.qc.ca::5b72771d-2e90-41fd-a596-33d56854a8cd" providerId="AD" clId="Web-{09C783EE-B17F-D9E3-E709-78DDC36E0194}" dt="2025-02-09T02:23:55.025" v="17"/>
          <pc:sldLayoutMkLst>
            <pc:docMk/>
            <pc:sldMasterMk cId="2350276784" sldId="2147483672"/>
            <pc:sldLayoutMk cId="2856095592" sldId="2147483674"/>
          </pc:sldLayoutMkLst>
        </pc:sldLayoutChg>
        <pc:sldLayoutChg chg="add del">
          <pc:chgData name="Batta, Gautam" userId="S::2232517@cegep-heritage.qc.ca::5b72771d-2e90-41fd-a596-33d56854a8cd" providerId="AD" clId="Web-{09C783EE-B17F-D9E3-E709-78DDC36E0194}" dt="2025-02-09T02:23:55.025" v="17"/>
          <pc:sldLayoutMkLst>
            <pc:docMk/>
            <pc:sldMasterMk cId="2350276784" sldId="2147483672"/>
            <pc:sldLayoutMk cId="308065769" sldId="2147483675"/>
          </pc:sldLayoutMkLst>
        </pc:sldLayoutChg>
        <pc:sldLayoutChg chg="add del">
          <pc:chgData name="Batta, Gautam" userId="S::2232517@cegep-heritage.qc.ca::5b72771d-2e90-41fd-a596-33d56854a8cd" providerId="AD" clId="Web-{09C783EE-B17F-D9E3-E709-78DDC36E0194}" dt="2025-02-09T02:23:55.025" v="17"/>
          <pc:sldLayoutMkLst>
            <pc:docMk/>
            <pc:sldMasterMk cId="2350276784" sldId="2147483672"/>
            <pc:sldLayoutMk cId="1434360645" sldId="2147483676"/>
          </pc:sldLayoutMkLst>
        </pc:sldLayoutChg>
        <pc:sldLayoutChg chg="add del">
          <pc:chgData name="Batta, Gautam" userId="S::2232517@cegep-heritage.qc.ca::5b72771d-2e90-41fd-a596-33d56854a8cd" providerId="AD" clId="Web-{09C783EE-B17F-D9E3-E709-78DDC36E0194}" dt="2025-02-09T02:23:55.025" v="17"/>
          <pc:sldLayoutMkLst>
            <pc:docMk/>
            <pc:sldMasterMk cId="2350276784" sldId="2147483672"/>
            <pc:sldLayoutMk cId="625302535" sldId="2147483677"/>
          </pc:sldLayoutMkLst>
        </pc:sldLayoutChg>
        <pc:sldLayoutChg chg="add del">
          <pc:chgData name="Batta, Gautam" userId="S::2232517@cegep-heritage.qc.ca::5b72771d-2e90-41fd-a596-33d56854a8cd" providerId="AD" clId="Web-{09C783EE-B17F-D9E3-E709-78DDC36E0194}" dt="2025-02-09T02:23:55.025" v="17"/>
          <pc:sldLayoutMkLst>
            <pc:docMk/>
            <pc:sldMasterMk cId="2350276784" sldId="2147483672"/>
            <pc:sldLayoutMk cId="798325782" sldId="2147483678"/>
          </pc:sldLayoutMkLst>
        </pc:sldLayoutChg>
        <pc:sldLayoutChg chg="add del">
          <pc:chgData name="Batta, Gautam" userId="S::2232517@cegep-heritage.qc.ca::5b72771d-2e90-41fd-a596-33d56854a8cd" providerId="AD" clId="Web-{09C783EE-B17F-D9E3-E709-78DDC36E0194}" dt="2025-02-09T02:23:55.025" v="17"/>
          <pc:sldLayoutMkLst>
            <pc:docMk/>
            <pc:sldMasterMk cId="2350276784" sldId="2147483672"/>
            <pc:sldLayoutMk cId="3145104704" sldId="2147483679"/>
          </pc:sldLayoutMkLst>
        </pc:sldLayoutChg>
        <pc:sldLayoutChg chg="add del">
          <pc:chgData name="Batta, Gautam" userId="S::2232517@cegep-heritage.qc.ca::5b72771d-2e90-41fd-a596-33d56854a8cd" providerId="AD" clId="Web-{09C783EE-B17F-D9E3-E709-78DDC36E0194}" dt="2025-02-09T02:23:55.025" v="17"/>
          <pc:sldLayoutMkLst>
            <pc:docMk/>
            <pc:sldMasterMk cId="2350276784" sldId="2147483672"/>
            <pc:sldLayoutMk cId="3702206063" sldId="2147483680"/>
          </pc:sldLayoutMkLst>
        </pc:sldLayoutChg>
        <pc:sldLayoutChg chg="add del">
          <pc:chgData name="Batta, Gautam" userId="S::2232517@cegep-heritage.qc.ca::5b72771d-2e90-41fd-a596-33d56854a8cd" providerId="AD" clId="Web-{09C783EE-B17F-D9E3-E709-78DDC36E0194}" dt="2025-02-09T02:23:55.025" v="17"/>
          <pc:sldLayoutMkLst>
            <pc:docMk/>
            <pc:sldMasterMk cId="2350276784" sldId="2147483672"/>
            <pc:sldLayoutMk cId="889393725" sldId="2147483681"/>
          </pc:sldLayoutMkLst>
        </pc:sldLayoutChg>
        <pc:sldLayoutChg chg="add del">
          <pc:chgData name="Batta, Gautam" userId="S::2232517@cegep-heritage.qc.ca::5b72771d-2e90-41fd-a596-33d56854a8cd" providerId="AD" clId="Web-{09C783EE-B17F-D9E3-E709-78DDC36E0194}" dt="2025-02-09T02:23:55.025" v="17"/>
          <pc:sldLayoutMkLst>
            <pc:docMk/>
            <pc:sldMasterMk cId="2350276784" sldId="2147483672"/>
            <pc:sldLayoutMk cId="1441766390" sldId="2147483682"/>
          </pc:sldLayoutMkLst>
        </pc:sldLayoutChg>
        <pc:sldLayoutChg chg="add del">
          <pc:chgData name="Batta, Gautam" userId="S::2232517@cegep-heritage.qc.ca::5b72771d-2e90-41fd-a596-33d56854a8cd" providerId="AD" clId="Web-{09C783EE-B17F-D9E3-E709-78DDC36E0194}" dt="2025-02-09T02:23:55.025" v="17"/>
          <pc:sldLayoutMkLst>
            <pc:docMk/>
            <pc:sldMasterMk cId="2350276784" sldId="2147483672"/>
            <pc:sldLayoutMk cId="515446420" sldId="2147483683"/>
          </pc:sldLayoutMkLst>
        </pc:sldLayoutChg>
      </pc:sldMasterChg>
      <pc:sldMasterChg chg="add addSldLayout">
        <pc:chgData name="Batta, Gautam" userId="S::2232517@cegep-heritage.qc.ca::5b72771d-2e90-41fd-a596-33d56854a8cd" providerId="AD" clId="Web-{09C783EE-B17F-D9E3-E709-78DDC36E0194}" dt="2025-02-09T02:23:55.088" v="18"/>
        <pc:sldMasterMkLst>
          <pc:docMk/>
          <pc:sldMasterMk cId="2714890606" sldId="2147483708"/>
        </pc:sldMasterMkLst>
        <pc:sldLayoutChg chg="add">
          <pc:chgData name="Batta, Gautam" userId="S::2232517@cegep-heritage.qc.ca::5b72771d-2e90-41fd-a596-33d56854a8cd" providerId="AD" clId="Web-{09C783EE-B17F-D9E3-E709-78DDC36E0194}" dt="2025-02-09T02:23:55.088" v="18"/>
          <pc:sldLayoutMkLst>
            <pc:docMk/>
            <pc:sldMasterMk cId="2714890606" sldId="2147483708"/>
            <pc:sldLayoutMk cId="305438505" sldId="2147483697"/>
          </pc:sldLayoutMkLst>
        </pc:sldLayoutChg>
        <pc:sldLayoutChg chg="add">
          <pc:chgData name="Batta, Gautam" userId="S::2232517@cegep-heritage.qc.ca::5b72771d-2e90-41fd-a596-33d56854a8cd" providerId="AD" clId="Web-{09C783EE-B17F-D9E3-E709-78DDC36E0194}" dt="2025-02-09T02:23:55.088" v="18"/>
          <pc:sldLayoutMkLst>
            <pc:docMk/>
            <pc:sldMasterMk cId="2714890606" sldId="2147483708"/>
            <pc:sldLayoutMk cId="2951303497" sldId="2147483698"/>
          </pc:sldLayoutMkLst>
        </pc:sldLayoutChg>
        <pc:sldLayoutChg chg="add">
          <pc:chgData name="Batta, Gautam" userId="S::2232517@cegep-heritage.qc.ca::5b72771d-2e90-41fd-a596-33d56854a8cd" providerId="AD" clId="Web-{09C783EE-B17F-D9E3-E709-78DDC36E0194}" dt="2025-02-09T02:23:55.088" v="18"/>
          <pc:sldLayoutMkLst>
            <pc:docMk/>
            <pc:sldMasterMk cId="2714890606" sldId="2147483708"/>
            <pc:sldLayoutMk cId="2421136762" sldId="2147483699"/>
          </pc:sldLayoutMkLst>
        </pc:sldLayoutChg>
        <pc:sldLayoutChg chg="add">
          <pc:chgData name="Batta, Gautam" userId="S::2232517@cegep-heritage.qc.ca::5b72771d-2e90-41fd-a596-33d56854a8cd" providerId="AD" clId="Web-{09C783EE-B17F-D9E3-E709-78DDC36E0194}" dt="2025-02-09T02:23:55.088" v="18"/>
          <pc:sldLayoutMkLst>
            <pc:docMk/>
            <pc:sldMasterMk cId="2714890606" sldId="2147483708"/>
            <pc:sldLayoutMk cId="2865905669" sldId="2147483700"/>
          </pc:sldLayoutMkLst>
        </pc:sldLayoutChg>
        <pc:sldLayoutChg chg="add">
          <pc:chgData name="Batta, Gautam" userId="S::2232517@cegep-heritage.qc.ca::5b72771d-2e90-41fd-a596-33d56854a8cd" providerId="AD" clId="Web-{09C783EE-B17F-D9E3-E709-78DDC36E0194}" dt="2025-02-09T02:23:55.088" v="18"/>
          <pc:sldLayoutMkLst>
            <pc:docMk/>
            <pc:sldMasterMk cId="2714890606" sldId="2147483708"/>
            <pc:sldLayoutMk cId="1830377419" sldId="2147483701"/>
          </pc:sldLayoutMkLst>
        </pc:sldLayoutChg>
        <pc:sldLayoutChg chg="add">
          <pc:chgData name="Batta, Gautam" userId="S::2232517@cegep-heritage.qc.ca::5b72771d-2e90-41fd-a596-33d56854a8cd" providerId="AD" clId="Web-{09C783EE-B17F-D9E3-E709-78DDC36E0194}" dt="2025-02-09T02:23:55.088" v="18"/>
          <pc:sldLayoutMkLst>
            <pc:docMk/>
            <pc:sldMasterMk cId="2714890606" sldId="2147483708"/>
            <pc:sldLayoutMk cId="1735749272" sldId="2147483702"/>
          </pc:sldLayoutMkLst>
        </pc:sldLayoutChg>
        <pc:sldLayoutChg chg="add">
          <pc:chgData name="Batta, Gautam" userId="S::2232517@cegep-heritage.qc.ca::5b72771d-2e90-41fd-a596-33d56854a8cd" providerId="AD" clId="Web-{09C783EE-B17F-D9E3-E709-78DDC36E0194}" dt="2025-02-09T02:23:55.088" v="18"/>
          <pc:sldLayoutMkLst>
            <pc:docMk/>
            <pc:sldMasterMk cId="2714890606" sldId="2147483708"/>
            <pc:sldLayoutMk cId="1162766500" sldId="2147483703"/>
          </pc:sldLayoutMkLst>
        </pc:sldLayoutChg>
        <pc:sldLayoutChg chg="add">
          <pc:chgData name="Batta, Gautam" userId="S::2232517@cegep-heritage.qc.ca::5b72771d-2e90-41fd-a596-33d56854a8cd" providerId="AD" clId="Web-{09C783EE-B17F-D9E3-E709-78DDC36E0194}" dt="2025-02-09T02:23:55.088" v="18"/>
          <pc:sldLayoutMkLst>
            <pc:docMk/>
            <pc:sldMasterMk cId="2714890606" sldId="2147483708"/>
            <pc:sldLayoutMk cId="1426909851" sldId="2147483704"/>
          </pc:sldLayoutMkLst>
        </pc:sldLayoutChg>
        <pc:sldLayoutChg chg="add">
          <pc:chgData name="Batta, Gautam" userId="S::2232517@cegep-heritage.qc.ca::5b72771d-2e90-41fd-a596-33d56854a8cd" providerId="AD" clId="Web-{09C783EE-B17F-D9E3-E709-78DDC36E0194}" dt="2025-02-09T02:23:55.088" v="18"/>
          <pc:sldLayoutMkLst>
            <pc:docMk/>
            <pc:sldMasterMk cId="2714890606" sldId="2147483708"/>
            <pc:sldLayoutMk cId="1488253087" sldId="2147483705"/>
          </pc:sldLayoutMkLst>
        </pc:sldLayoutChg>
        <pc:sldLayoutChg chg="add">
          <pc:chgData name="Batta, Gautam" userId="S::2232517@cegep-heritage.qc.ca::5b72771d-2e90-41fd-a596-33d56854a8cd" providerId="AD" clId="Web-{09C783EE-B17F-D9E3-E709-78DDC36E0194}" dt="2025-02-09T02:23:55.088" v="18"/>
          <pc:sldLayoutMkLst>
            <pc:docMk/>
            <pc:sldMasterMk cId="2714890606" sldId="2147483708"/>
            <pc:sldLayoutMk cId="2563308783" sldId="2147483706"/>
          </pc:sldLayoutMkLst>
        </pc:sldLayoutChg>
        <pc:sldLayoutChg chg="add">
          <pc:chgData name="Batta, Gautam" userId="S::2232517@cegep-heritage.qc.ca::5b72771d-2e90-41fd-a596-33d56854a8cd" providerId="AD" clId="Web-{09C783EE-B17F-D9E3-E709-78DDC36E0194}" dt="2025-02-09T02:23:55.088" v="18"/>
          <pc:sldLayoutMkLst>
            <pc:docMk/>
            <pc:sldMasterMk cId="2714890606" sldId="2147483708"/>
            <pc:sldLayoutMk cId="4265946055" sldId="2147483707"/>
          </pc:sldLayoutMkLst>
        </pc:sldLayoutChg>
      </pc:sldMasterChg>
    </pc:docChg>
  </pc:docChgLst>
  <pc:docChgLst>
    <pc:chgData name="Batta, Gautam" userId="S::2232517@cegep-heritage.qc.ca::5b72771d-2e90-41fd-a596-33d56854a8cd" providerId="AD" clId="Web-{D40B1587-0379-0A03-367D-85E3093B14CF}"/>
    <pc:docChg chg="modSld">
      <pc:chgData name="Batta, Gautam" userId="S::2232517@cegep-heritage.qc.ca::5b72771d-2e90-41fd-a596-33d56854a8cd" providerId="AD" clId="Web-{D40B1587-0379-0A03-367D-85E3093B14CF}" dt="2025-02-10T02:57:26.824" v="88"/>
      <pc:docMkLst>
        <pc:docMk/>
      </pc:docMkLst>
      <pc:sldChg chg="addAnim modNotes">
        <pc:chgData name="Batta, Gautam" userId="S::2232517@cegep-heritage.qc.ca::5b72771d-2e90-41fd-a596-33d56854a8cd" providerId="AD" clId="Web-{D40B1587-0379-0A03-367D-85E3093B14CF}" dt="2025-02-10T02:51:01.672" v="63"/>
        <pc:sldMkLst>
          <pc:docMk/>
          <pc:sldMk cId="2384178102" sldId="257"/>
        </pc:sldMkLst>
      </pc:sldChg>
      <pc:sldChg chg="addAnim modAnim modNotes">
        <pc:chgData name="Batta, Gautam" userId="S::2232517@cegep-heritage.qc.ca::5b72771d-2e90-41fd-a596-33d56854a8cd" providerId="AD" clId="Web-{D40B1587-0379-0A03-367D-85E3093B14CF}" dt="2025-02-10T02:55:27.763" v="79"/>
        <pc:sldMkLst>
          <pc:docMk/>
          <pc:sldMk cId="2697620660" sldId="259"/>
        </pc:sldMkLst>
      </pc:sldChg>
      <pc:sldChg chg="addAnim modAnim modNotes">
        <pc:chgData name="Batta, Gautam" userId="S::2232517@cegep-heritage.qc.ca::5b72771d-2e90-41fd-a596-33d56854a8cd" providerId="AD" clId="Web-{D40B1587-0379-0A03-367D-85E3093B14CF}" dt="2025-02-10T02:56:16.278" v="83"/>
        <pc:sldMkLst>
          <pc:docMk/>
          <pc:sldMk cId="1614784013" sldId="260"/>
        </pc:sldMkLst>
      </pc:sldChg>
      <pc:sldChg chg="modSp addAnim">
        <pc:chgData name="Batta, Gautam" userId="S::2232517@cegep-heritage.qc.ca::5b72771d-2e90-41fd-a596-33d56854a8cd" providerId="AD" clId="Web-{D40B1587-0379-0A03-367D-85E3093B14CF}" dt="2025-02-10T02:57:26.824" v="88"/>
        <pc:sldMkLst>
          <pc:docMk/>
          <pc:sldMk cId="3692339735" sldId="261"/>
        </pc:sldMkLst>
        <pc:spChg chg="mod">
          <ac:chgData name="Batta, Gautam" userId="S::2232517@cegep-heritage.qc.ca::5b72771d-2e90-41fd-a596-33d56854a8cd" providerId="AD" clId="Web-{D40B1587-0379-0A03-367D-85E3093B14CF}" dt="2025-02-10T02:45:27.129" v="47" actId="20577"/>
          <ac:spMkLst>
            <pc:docMk/>
            <pc:sldMk cId="3692339735" sldId="261"/>
            <ac:spMk id="3" creationId="{9EBDD1BE-506D-DA82-236C-964712DC9237}"/>
          </ac:spMkLst>
        </pc:spChg>
      </pc:sldChg>
      <pc:sldChg chg="addAnim delAnim modAnim modNotes">
        <pc:chgData name="Batta, Gautam" userId="S::2232517@cegep-heritage.qc.ca::5b72771d-2e90-41fd-a596-33d56854a8cd" providerId="AD" clId="Web-{D40B1587-0379-0A03-367D-85E3093B14CF}" dt="2025-02-10T02:54:36.201" v="72"/>
        <pc:sldMkLst>
          <pc:docMk/>
          <pc:sldMk cId="1869163885" sldId="263"/>
        </pc:sldMkLst>
      </pc:sldChg>
      <pc:sldChg chg="modSp addAnim modAnim modNotes">
        <pc:chgData name="Batta, Gautam" userId="S::2232517@cegep-heritage.qc.ca::5b72771d-2e90-41fd-a596-33d56854a8cd" providerId="AD" clId="Web-{D40B1587-0379-0A03-367D-85E3093B14CF}" dt="2025-02-10T02:55:58.153" v="80"/>
        <pc:sldMkLst>
          <pc:docMk/>
          <pc:sldMk cId="2494832562" sldId="264"/>
        </pc:sldMkLst>
        <pc:spChg chg="mod">
          <ac:chgData name="Batta, Gautam" userId="S::2232517@cegep-heritage.qc.ca::5b72771d-2e90-41fd-a596-33d56854a8cd" providerId="AD" clId="Web-{D40B1587-0379-0A03-367D-85E3093B14CF}" dt="2025-02-10T02:48:24.908" v="53" actId="20577"/>
          <ac:spMkLst>
            <pc:docMk/>
            <pc:sldMk cId="2494832562" sldId="264"/>
            <ac:spMk id="3" creationId="{42993B11-47B9-D7AD-E3DC-12FBEF5F2151}"/>
          </ac:spMkLst>
        </pc:spChg>
      </pc:sldChg>
      <pc:sldChg chg="addAnim modAnim modNotes">
        <pc:chgData name="Batta, Gautam" userId="S::2232517@cegep-heritage.qc.ca::5b72771d-2e90-41fd-a596-33d56854a8cd" providerId="AD" clId="Web-{D40B1587-0379-0A03-367D-85E3093B14CF}" dt="2025-02-10T02:57:12.058" v="87"/>
        <pc:sldMkLst>
          <pc:docMk/>
          <pc:sldMk cId="273309506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03D6-B998-4DF3-B752-FF365FD83811}" type="datetimeFigureOut">
              <a:t>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130078-F89D-4742-BE07-4D0B05EB93D9}" type="slidenum">
              <a:t>‹#›</a:t>
            </a:fld>
            <a:endParaRPr lang="en-US"/>
          </a:p>
        </p:txBody>
      </p:sp>
    </p:spTree>
    <p:extLst>
      <p:ext uri="{BB962C8B-B14F-4D97-AF65-F5344CB8AC3E}">
        <p14:creationId xmlns:p14="http://schemas.microsoft.com/office/powerpoint/2010/main" val="197348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fundamental concepts […] including key technologies and procedures. </a:t>
            </a:r>
            <a:endParaRPr lang="en-US" dirty="0"/>
          </a:p>
          <a:p>
            <a:endParaRPr lang="en-CA" dirty="0"/>
          </a:p>
          <a:p>
            <a:r>
              <a:rPr lang="en-CA" dirty="0"/>
              <a:t>Examining...</a:t>
            </a:r>
            <a:endParaRPr lang="en-US" dirty="0"/>
          </a:p>
          <a:p>
            <a:endParaRPr lang="en-CA" dirty="0"/>
          </a:p>
          <a:p>
            <a:r>
              <a:rPr lang="en-CA" dirty="0"/>
              <a:t>Discussing... associated with these technologies</a:t>
            </a:r>
            <a:endParaRPr lang="en-US" dirty="0"/>
          </a:p>
          <a:p>
            <a:endParaRPr lang="en-CA" dirty="0"/>
          </a:p>
          <a:p>
            <a:r>
              <a:rPr lang="en-CA" dirty="0"/>
              <a:t>And exploring..</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4B130078-F89D-4742-BE07-4D0B05EB93D9}" type="slidenum">
              <a:t>3</a:t>
            </a:fld>
            <a:endParaRPr lang="en-US"/>
          </a:p>
        </p:txBody>
      </p:sp>
    </p:spTree>
    <p:extLst>
      <p:ext uri="{BB962C8B-B14F-4D97-AF65-F5344CB8AC3E}">
        <p14:creationId xmlns:p14="http://schemas.microsoft.com/office/powerpoint/2010/main" val="1408904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t>
            </a:r>
            <a:endParaRPr lang="en-US" dirty="0"/>
          </a:p>
          <a:p>
            <a:r>
              <a:rPr lang="en-US">
                <a:ea typeface="Calibri" panose="020F0502020204030204"/>
                <a:cs typeface="Calibri" panose="020F0502020204030204"/>
              </a:rPr>
              <a:t>…</a:t>
            </a:r>
            <a:endParaRPr lang="en-US" dirty="0">
              <a:ea typeface="Calibri" panose="020F0502020204030204"/>
              <a:cs typeface="Calibri" panose="020F0502020204030204"/>
            </a:endParaRPr>
          </a:p>
          <a:p>
            <a:r>
              <a:rPr lang="en-US" dirty="0">
                <a:ea typeface="Calibri" panose="020F0502020204030204"/>
                <a:cs typeface="Calibri" panose="020F0502020204030204"/>
              </a:rPr>
              <a:t>...</a:t>
            </a:r>
          </a:p>
          <a:p>
            <a:r>
              <a:rPr lang="en-US" dirty="0"/>
              <a:t>This field of study has […] by enabling the sequencing, mapping, and analysis of genomes. </a:t>
            </a:r>
          </a:p>
          <a:p>
            <a:r>
              <a:rPr lang="en-US" dirty="0">
                <a:ea typeface="Calibri" panose="020F0502020204030204"/>
                <a:cs typeface="Calibri" panose="020F0502020204030204"/>
              </a:rPr>
              <a:t>...</a:t>
            </a:r>
          </a:p>
          <a:p>
            <a:r>
              <a:rPr lang="en-US" dirty="0"/>
              <a:t>Tools like CRISPR-Cas9 have accelerated progress in gene editing, making it more accessible and efficient.</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4B130078-F89D-4742-BE07-4D0B05EB93D9}" type="slidenum">
              <a:t>4</a:t>
            </a:fld>
            <a:endParaRPr lang="en-US"/>
          </a:p>
        </p:txBody>
      </p:sp>
    </p:spTree>
    <p:extLst>
      <p:ext uri="{BB962C8B-B14F-4D97-AF65-F5344CB8AC3E}">
        <p14:creationId xmlns:p14="http://schemas.microsoft.com/office/powerpoint/2010/main" val="124152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Gene editing and genomics […] by simplifying genetic research, diagnostics, and treatment development. </a:t>
            </a:r>
            <a:endParaRPr lang="en-US" dirty="0"/>
          </a:p>
          <a:p>
            <a:r>
              <a:rPr lang="en-CA" dirty="0"/>
              <a:t>CRISPR-Cas9 and Next-Generation Sequencing (NGS) allow for...; thereby...</a:t>
            </a:r>
            <a:endParaRPr lang="en-US" dirty="0">
              <a:ea typeface="Calibri"/>
              <a:cs typeface="Calibri"/>
            </a:endParaRPr>
          </a:p>
          <a:p>
            <a:r>
              <a:rPr lang="en-CA" dirty="0"/>
              <a:t>The adoption of gene editing techniques has significantly reduced the costs of genetic analysis and editing.</a:t>
            </a:r>
            <a:endParaRPr lang="en-US" dirty="0"/>
          </a:p>
          <a:p>
            <a:r>
              <a:rPr lang="en-CA" dirty="0"/>
              <a:t>...making personalized medicine and large-scale research more accessible.</a:t>
            </a:r>
            <a:endParaRPr lang="en-US" dirty="0">
              <a:ea typeface="Calibri"/>
              <a:cs typeface="Calibri"/>
            </a:endParaRPr>
          </a:p>
          <a:p>
            <a:endParaRPr lang="en-CA" dirty="0">
              <a:ea typeface="Calibri"/>
              <a:cs typeface="Calibri"/>
            </a:endParaRPr>
          </a:p>
          <a:p>
            <a:r>
              <a:rPr lang="en-CA" dirty="0"/>
              <a:t>Genomics and gene editing open... </a:t>
            </a:r>
            <a:endParaRPr lang="en-US" dirty="0"/>
          </a:p>
          <a:p>
            <a:r>
              <a:rPr lang="en-CA" dirty="0"/>
              <a:t>Developments such as […] […] are transforming industries and expanding scientific capabilities.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B130078-F89D-4742-BE07-4D0B05EB93D9}" type="slidenum">
              <a:t>5</a:t>
            </a:fld>
            <a:endParaRPr lang="en-US"/>
          </a:p>
        </p:txBody>
      </p:sp>
    </p:spTree>
    <p:extLst>
      <p:ext uri="{BB962C8B-B14F-4D97-AF65-F5344CB8AC3E}">
        <p14:creationId xmlns:p14="http://schemas.microsoft.com/office/powerpoint/2010/main" val="4251084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Despite its potential, gene editing faces challenges such as off-target effects (side effects), which can lead to unforeseen consequences. Additionally, the complexity of polygenic traits (influenced by multiple genes) makes very specific modifications difficult.</a:t>
            </a:r>
            <a:endParaRPr lang="en-US" dirty="0"/>
          </a:p>
          <a:p>
            <a:endParaRPr lang="en-CA" dirty="0">
              <a:ea typeface="Calibri"/>
              <a:cs typeface="Calibri"/>
            </a:endParaRPr>
          </a:p>
          <a:p>
            <a:r>
              <a:rPr lang="en-CA" dirty="0"/>
              <a:t>Governments and regulatory bodies are having difficulties ...</a:t>
            </a:r>
            <a:endParaRPr lang="en-US" dirty="0"/>
          </a:p>
          <a:p>
            <a:endParaRPr lang="en-CA" dirty="0"/>
          </a:p>
          <a:p>
            <a:r>
              <a:rPr lang="en-CA" dirty="0"/>
              <a:t>...(inheritable genetic changes) and the potential for...</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4B130078-F89D-4742-BE07-4D0B05EB93D9}" type="slidenum">
              <a:t>6</a:t>
            </a:fld>
            <a:endParaRPr lang="en-US"/>
          </a:p>
        </p:txBody>
      </p:sp>
    </p:spTree>
    <p:extLst>
      <p:ext uri="{BB962C8B-B14F-4D97-AF65-F5344CB8AC3E}">
        <p14:creationId xmlns:p14="http://schemas.microsoft.com/office/powerpoint/2010/main" val="2055361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cs typeface="+mn-lt"/>
              </a:rPr>
              <a:t>Sickle cell disease is a hereditary blood damager.</a:t>
            </a:r>
            <a:br>
              <a:rPr lang="en-CA" dirty="0">
                <a:ea typeface="Calibri"/>
                <a:cs typeface="+mn-lt"/>
              </a:rPr>
            </a:br>
            <a:br>
              <a:rPr lang="en-CA" dirty="0">
                <a:cs typeface="+mn-lt"/>
              </a:rPr>
            </a:br>
            <a:r>
              <a:rPr lang="en-CA" dirty="0"/>
              <a:t>The UK's National Health Service (NHS) has approved the use of a CRISPR-based therapy called </a:t>
            </a:r>
            <a:r>
              <a:rPr lang="en-CA" dirty="0" err="1"/>
              <a:t>Casgevy</a:t>
            </a:r>
            <a:r>
              <a:rPr lang="en-CA" dirty="0"/>
              <a:t> for developing treatments for genetic disorders such as sickle cell disease and beta-thalassemia</a:t>
            </a:r>
            <a:endParaRPr lang="en-US" dirty="0"/>
          </a:p>
          <a:p>
            <a:endParaRPr lang="en-CA" dirty="0"/>
          </a:p>
          <a:p>
            <a:r>
              <a:rPr lang="en-CA" dirty="0"/>
              <a:t>Genome editing is applied to enhance crop traits, including […]. Various genome-edited crops that have either reached the market or received the necessary approvals for sale and consumption.</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B130078-F89D-4742-BE07-4D0B05EB93D9}" type="slidenum">
              <a:t>7</a:t>
            </a:fld>
            <a:endParaRPr lang="en-US"/>
          </a:p>
        </p:txBody>
      </p:sp>
    </p:spTree>
    <p:extLst>
      <p:ext uri="{BB962C8B-B14F-4D97-AF65-F5344CB8AC3E}">
        <p14:creationId xmlns:p14="http://schemas.microsoft.com/office/powerpoint/2010/main" val="846904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ea typeface="Calibri"/>
                <a:cs typeface="Calibri"/>
              </a:rPr>
              <a:t>…</a:t>
            </a:r>
            <a:endParaRPr lang="en-CA" dirty="0"/>
          </a:p>
          <a:p>
            <a:endParaRPr lang="en-CA" dirty="0">
              <a:ea typeface="Calibri" panose="020F0502020204030204"/>
              <a:cs typeface="Calibri" panose="020F0502020204030204"/>
            </a:endParaRPr>
          </a:p>
          <a:p>
            <a:r>
              <a:rPr lang="en-CA"/>
              <a:t>...that improve accuracy and reduce side-effects. </a:t>
            </a:r>
            <a:endParaRPr lang="en-US">
              <a:ea typeface="Calibri"/>
              <a:cs typeface="Calibri"/>
            </a:endParaRPr>
          </a:p>
          <a:p>
            <a:endParaRPr lang="en-CA" dirty="0"/>
          </a:p>
          <a:p>
            <a:r>
              <a:rPr lang="en-CA" dirty="0"/>
              <a:t>...particularly for...</a:t>
            </a:r>
            <a:endParaRPr lang="en-US" dirty="0"/>
          </a:p>
          <a:p>
            <a:endParaRPr lang="en-CA" dirty="0">
              <a:ea typeface="Calibri"/>
              <a:cs typeface="Calibri"/>
            </a:endParaRPr>
          </a:p>
          <a:p>
            <a:r>
              <a:rPr lang="en-CA" dirty="0"/>
              <a:t>Additionally...</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4B130078-F89D-4742-BE07-4D0B05EB93D9}" type="slidenum">
              <a:t>8</a:t>
            </a:fld>
            <a:endParaRPr lang="en-US"/>
          </a:p>
        </p:txBody>
      </p:sp>
    </p:spTree>
    <p:extLst>
      <p:ext uri="{BB962C8B-B14F-4D97-AF65-F5344CB8AC3E}">
        <p14:creationId xmlns:p14="http://schemas.microsoft.com/office/powerpoint/2010/main" val="6956282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[Ender]</a:t>
            </a:r>
            <a:endParaRPr lang="en-US" dirty="0"/>
          </a:p>
          <a:p>
            <a:r>
              <a:rPr lang="en-US"/>
              <a:t>Moving forward in this rapidly evolving field, prioritizing responsible innovation, careful regulation, and ongoing education and training are all essential. And by doing so, we can harness the full potential of genomics and gene editing for improving human health, advancing sustainable agriculture, and driving economic growth.</a:t>
            </a:r>
          </a:p>
        </p:txBody>
      </p:sp>
      <p:sp>
        <p:nvSpPr>
          <p:cNvPr id="4" name="Slide Number Placeholder 3"/>
          <p:cNvSpPr>
            <a:spLocks noGrp="1"/>
          </p:cNvSpPr>
          <p:nvPr>
            <p:ph type="sldNum" sz="quarter" idx="5"/>
          </p:nvPr>
        </p:nvSpPr>
        <p:spPr/>
        <p:txBody>
          <a:bodyPr/>
          <a:lstStyle/>
          <a:p>
            <a:fld id="{4B130078-F89D-4742-BE07-4D0B05EB93D9}" type="slidenum">
              <a:t>9</a:t>
            </a:fld>
            <a:endParaRPr lang="en-US"/>
          </a:p>
        </p:txBody>
      </p:sp>
    </p:spTree>
    <p:extLst>
      <p:ext uri="{BB962C8B-B14F-4D97-AF65-F5344CB8AC3E}">
        <p14:creationId xmlns:p14="http://schemas.microsoft.com/office/powerpoint/2010/main" val="1013696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2/9/2025</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162766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2/9/2025</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26909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2/9/2025</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88253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2/9/2025</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63308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2/9/2025</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265946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2/9/2025</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830377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2/9/2025</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05438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2/9/2025</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130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2/9/2025</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1136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2/9/2025</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865905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2/9/2025</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735749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2/9/2025</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2714890606"/>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1" r:id="rId6"/>
    <p:sldLayoutId id="2147483697" r:id="rId7"/>
    <p:sldLayoutId id="2147483698" r:id="rId8"/>
    <p:sldLayoutId id="2147483699" r:id="rId9"/>
    <p:sldLayoutId id="2147483700" r:id="rId10"/>
    <p:sldLayoutId id="2147483702"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www.ft.com/content/061c5c18-487d-44aa-89e2-fe692b40c63d" TargetMode="External"/><Relationship Id="rId3" Type="http://schemas.openxmlformats.org/officeDocument/2006/relationships/hyperlink" Target="http://www.nih.gov/news-events/gene-editing-digital-press-kit" TargetMode="External"/><Relationship Id="rId7" Type="http://schemas.openxmlformats.org/officeDocument/2006/relationships/hyperlink" Target="http://www.genome.gov/about-genomics/policy-issues/Genome-Editing/How-genome-editing-works" TargetMode="External"/><Relationship Id="rId2" Type="http://schemas.openxmlformats.org/officeDocument/2006/relationships/hyperlink" Target="http://www.genome.gov/about-genomics/policy-issues/what-is-Genome-Editing" TargetMode="External"/><Relationship Id="rId1" Type="http://schemas.openxmlformats.org/officeDocument/2006/relationships/slideLayout" Target="../slideLayouts/slideLayout2.xml"/><Relationship Id="rId6" Type="http://schemas.openxmlformats.org/officeDocument/2006/relationships/hyperlink" Target="http://www.genome.gov/genetics-glossary/Genome" TargetMode="External"/><Relationship Id="rId5" Type="http://schemas.openxmlformats.org/officeDocument/2006/relationships/hyperlink" Target="https://doi.org/10.1038/s41392-019-0089-y" TargetMode="External"/><Relationship Id="rId4" Type="http://schemas.openxmlformats.org/officeDocument/2006/relationships/hyperlink" Target="https://doi.org/10.1038/nprot.2013.143" TargetMode="External"/><Relationship Id="rId9" Type="http://schemas.openxmlformats.org/officeDocument/2006/relationships/hyperlink" Target="http://www.genengnews.com/topics/genome-editing/top-10-publicly-owned-gene-editing-therapy-compan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4F87819-B70D-4927-B657-7D175613F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CB3820D-C773-4632-9F79-C890E1B2B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177668"/>
          </a:xfrm>
          <a:custGeom>
            <a:avLst/>
            <a:gdLst>
              <a:gd name="connsiteX0" fmla="*/ 6861986 w 12191999"/>
              <a:gd name="connsiteY0" fmla="*/ 6107659 h 6177668"/>
              <a:gd name="connsiteX1" fmla="*/ 6860986 w 12191999"/>
              <a:gd name="connsiteY1" fmla="*/ 6107739 h 6177668"/>
              <a:gd name="connsiteX2" fmla="*/ 6860759 w 12191999"/>
              <a:gd name="connsiteY2" fmla="*/ 6108287 h 6177668"/>
              <a:gd name="connsiteX3" fmla="*/ 0 w 12191999"/>
              <a:gd name="connsiteY3" fmla="*/ 0 h 6177668"/>
              <a:gd name="connsiteX4" fmla="*/ 12191999 w 12191999"/>
              <a:gd name="connsiteY4" fmla="*/ 0 h 6177668"/>
              <a:gd name="connsiteX5" fmla="*/ 12191999 w 12191999"/>
              <a:gd name="connsiteY5" fmla="*/ 5215324 h 6177668"/>
              <a:gd name="connsiteX6" fmla="*/ 12144282 w 12191999"/>
              <a:gd name="connsiteY6" fmla="*/ 5229900 h 6177668"/>
              <a:gd name="connsiteX7" fmla="*/ 11759192 w 12191999"/>
              <a:gd name="connsiteY7" fmla="*/ 5336208 h 6177668"/>
              <a:gd name="connsiteX8" fmla="*/ 10505159 w 12191999"/>
              <a:gd name="connsiteY8" fmla="*/ 5627228 h 6177668"/>
              <a:gd name="connsiteX9" fmla="*/ 9501755 w 12191999"/>
              <a:gd name="connsiteY9" fmla="*/ 5807012 h 6177668"/>
              <a:gd name="connsiteX10" fmla="*/ 8534155 w 12191999"/>
              <a:gd name="connsiteY10" fmla="*/ 5944240 h 6177668"/>
              <a:gd name="connsiteX11" fmla="*/ 7790171 w 12191999"/>
              <a:gd name="connsiteY11" fmla="*/ 6026297 h 6177668"/>
              <a:gd name="connsiteX12" fmla="*/ 7024337 w 12191999"/>
              <a:gd name="connsiteY12" fmla="*/ 6093812 h 6177668"/>
              <a:gd name="connsiteX13" fmla="*/ 7008892 w 12191999"/>
              <a:gd name="connsiteY13" fmla="*/ 6095938 h 6177668"/>
              <a:gd name="connsiteX14" fmla="*/ 6862735 w 12191999"/>
              <a:gd name="connsiteY14" fmla="*/ 6107599 h 6177668"/>
              <a:gd name="connsiteX15" fmla="*/ 6872248 w 12191999"/>
              <a:gd name="connsiteY15" fmla="*/ 6109467 h 6177668"/>
              <a:gd name="connsiteX16" fmla="*/ 6907812 w 12191999"/>
              <a:gd name="connsiteY16" fmla="*/ 6107715 h 6177668"/>
              <a:gd name="connsiteX17" fmla="*/ 6956484 w 12191999"/>
              <a:gd name="connsiteY17" fmla="*/ 6104658 h 6177668"/>
              <a:gd name="connsiteX18" fmla="*/ 7652688 w 12191999"/>
              <a:gd name="connsiteY18" fmla="*/ 6071273 h 6177668"/>
              <a:gd name="connsiteX19" fmla="*/ 8699923 w 12191999"/>
              <a:gd name="connsiteY19" fmla="*/ 5982083 h 6177668"/>
              <a:gd name="connsiteX20" fmla="*/ 9557819 w 12191999"/>
              <a:gd name="connsiteY20" fmla="*/ 5875435 h 6177668"/>
              <a:gd name="connsiteX21" fmla="*/ 10709534 w 12191999"/>
              <a:gd name="connsiteY21" fmla="*/ 5676156 h 6177668"/>
              <a:gd name="connsiteX22" fmla="*/ 12081554 w 12191999"/>
              <a:gd name="connsiteY22" fmla="*/ 5341561 h 6177668"/>
              <a:gd name="connsiteX23" fmla="*/ 12191999 w 12191999"/>
              <a:gd name="connsiteY23" fmla="*/ 5308238 h 6177668"/>
              <a:gd name="connsiteX24" fmla="*/ 12191999 w 12191999"/>
              <a:gd name="connsiteY24" fmla="*/ 5364054 h 6177668"/>
              <a:gd name="connsiteX25" fmla="*/ 11911964 w 12191999"/>
              <a:gd name="connsiteY25" fmla="*/ 5447316 h 6177668"/>
              <a:gd name="connsiteX26" fmla="*/ 11020049 w 12191999"/>
              <a:gd name="connsiteY26" fmla="*/ 5667491 h 6177668"/>
              <a:gd name="connsiteX27" fmla="*/ 10064425 w 12191999"/>
              <a:gd name="connsiteY27" fmla="*/ 5852245 h 6177668"/>
              <a:gd name="connsiteX28" fmla="*/ 9264124 w 12191999"/>
              <a:gd name="connsiteY28" fmla="*/ 5971252 h 6177668"/>
              <a:gd name="connsiteX29" fmla="*/ 8654182 w 12191999"/>
              <a:gd name="connsiteY29" fmla="*/ 6042605 h 6177668"/>
              <a:gd name="connsiteX30" fmla="*/ 7938866 w 12191999"/>
              <a:gd name="connsiteY30" fmla="*/ 6105677 h 6177668"/>
              <a:gd name="connsiteX31" fmla="*/ 7008089 w 12191999"/>
              <a:gd name="connsiteY31" fmla="*/ 6158427 h 6177668"/>
              <a:gd name="connsiteX32" fmla="*/ 6549390 w 12191999"/>
              <a:gd name="connsiteY32" fmla="*/ 6172697 h 6177668"/>
              <a:gd name="connsiteX33" fmla="*/ 6433696 w 12191999"/>
              <a:gd name="connsiteY33" fmla="*/ 6177668 h 6177668"/>
              <a:gd name="connsiteX34" fmla="*/ 6127899 w 12191999"/>
              <a:gd name="connsiteY34" fmla="*/ 6177668 h 6177668"/>
              <a:gd name="connsiteX35" fmla="*/ 6048391 w 12191999"/>
              <a:gd name="connsiteY35" fmla="*/ 6172953 h 6177668"/>
              <a:gd name="connsiteX36" fmla="*/ 5334221 w 12191999"/>
              <a:gd name="connsiteY36" fmla="*/ 6135747 h 6177668"/>
              <a:gd name="connsiteX37" fmla="*/ 4413510 w 12191999"/>
              <a:gd name="connsiteY37" fmla="*/ 6072039 h 6177668"/>
              <a:gd name="connsiteX38" fmla="*/ 3438265 w 12191999"/>
              <a:gd name="connsiteY38" fmla="*/ 5970870 h 6177668"/>
              <a:gd name="connsiteX39" fmla="*/ 2425303 w 12191999"/>
              <a:gd name="connsiteY39" fmla="*/ 5848805 h 6177668"/>
              <a:gd name="connsiteX40" fmla="*/ 1293973 w 12191999"/>
              <a:gd name="connsiteY40" fmla="*/ 5671060 h 6177668"/>
              <a:gd name="connsiteX41" fmla="*/ 126888 w 12191999"/>
              <a:gd name="connsiteY41" fmla="*/ 5425029 h 6177668"/>
              <a:gd name="connsiteX42" fmla="*/ 0 w 12191999"/>
              <a:gd name="connsiteY42" fmla="*/ 5392100 h 6177668"/>
              <a:gd name="connsiteX43" fmla="*/ 0 w 12191999"/>
              <a:gd name="connsiteY43" fmla="*/ 5333771 h 6177668"/>
              <a:gd name="connsiteX44" fmla="*/ 130837 w 12191999"/>
              <a:gd name="connsiteY44" fmla="*/ 5368509 h 6177668"/>
              <a:gd name="connsiteX45" fmla="*/ 660204 w 12191999"/>
              <a:gd name="connsiteY45" fmla="*/ 5490001 h 6177668"/>
              <a:gd name="connsiteX46" fmla="*/ 1831416 w 12191999"/>
              <a:gd name="connsiteY46" fmla="*/ 5705715 h 6177668"/>
              <a:gd name="connsiteX47" fmla="*/ 2677204 w 12191999"/>
              <a:gd name="connsiteY47" fmla="*/ 5825742 h 6177668"/>
              <a:gd name="connsiteX48" fmla="*/ 2644716 w 12191999"/>
              <a:gd name="connsiteY48" fmla="*/ 5815549 h 6177668"/>
              <a:gd name="connsiteX49" fmla="*/ 1173182 w 12191999"/>
              <a:gd name="connsiteY49" fmla="*/ 5474074 h 6177668"/>
              <a:gd name="connsiteX50" fmla="*/ 479527 w 12191999"/>
              <a:gd name="connsiteY50" fmla="*/ 5269379 h 6177668"/>
              <a:gd name="connsiteX51" fmla="*/ 0 w 12191999"/>
              <a:gd name="connsiteY51" fmla="*/ 5107083 h 6177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999" h="6177668">
                <a:moveTo>
                  <a:pt x="6861986" y="6107659"/>
                </a:moveTo>
                <a:lnTo>
                  <a:pt x="6860986" y="6107739"/>
                </a:lnTo>
                <a:lnTo>
                  <a:pt x="6860759" y="6108287"/>
                </a:lnTo>
                <a:close/>
                <a:moveTo>
                  <a:pt x="0" y="0"/>
                </a:moveTo>
                <a:lnTo>
                  <a:pt x="12191999" y="0"/>
                </a:lnTo>
                <a:lnTo>
                  <a:pt x="12191999" y="5215324"/>
                </a:lnTo>
                <a:lnTo>
                  <a:pt x="12144282" y="5229900"/>
                </a:lnTo>
                <a:cubicBezTo>
                  <a:pt x="12016423" y="5267070"/>
                  <a:pt x="11888048" y="5302510"/>
                  <a:pt x="11759192" y="5336208"/>
                </a:cubicBezTo>
                <a:cubicBezTo>
                  <a:pt x="11344324" y="5446552"/>
                  <a:pt x="10926015" y="5542623"/>
                  <a:pt x="10505159" y="5627228"/>
                </a:cubicBezTo>
                <a:cubicBezTo>
                  <a:pt x="10171926" y="5694160"/>
                  <a:pt x="9837459" y="5754097"/>
                  <a:pt x="9501755" y="5807012"/>
                </a:cubicBezTo>
                <a:cubicBezTo>
                  <a:pt x="9180066" y="5857979"/>
                  <a:pt x="8857537" y="5903722"/>
                  <a:pt x="8534155" y="5944240"/>
                </a:cubicBezTo>
                <a:cubicBezTo>
                  <a:pt x="8286585" y="5975202"/>
                  <a:pt x="8038506" y="6001450"/>
                  <a:pt x="7790171" y="6026297"/>
                </a:cubicBezTo>
                <a:lnTo>
                  <a:pt x="7024337" y="6093812"/>
                </a:lnTo>
                <a:lnTo>
                  <a:pt x="7008892" y="6095938"/>
                </a:lnTo>
                <a:lnTo>
                  <a:pt x="6862735" y="6107599"/>
                </a:lnTo>
                <a:lnTo>
                  <a:pt x="6872248" y="6109467"/>
                </a:lnTo>
                <a:cubicBezTo>
                  <a:pt x="6883954" y="6109945"/>
                  <a:pt x="6896090" y="6107715"/>
                  <a:pt x="6907812" y="6107715"/>
                </a:cubicBezTo>
                <a:cubicBezTo>
                  <a:pt x="6923994" y="6107715"/>
                  <a:pt x="6940176" y="6105039"/>
                  <a:pt x="6956484" y="6104658"/>
                </a:cubicBezTo>
                <a:cubicBezTo>
                  <a:pt x="7188765" y="6099052"/>
                  <a:pt x="7420790" y="6086564"/>
                  <a:pt x="7652688" y="6071273"/>
                </a:cubicBezTo>
                <a:cubicBezTo>
                  <a:pt x="8002191" y="6048212"/>
                  <a:pt x="8351439" y="6019289"/>
                  <a:pt x="8699923" y="5982083"/>
                </a:cubicBezTo>
                <a:cubicBezTo>
                  <a:pt x="8986610" y="5952012"/>
                  <a:pt x="9272570" y="5916463"/>
                  <a:pt x="9557819" y="5875435"/>
                </a:cubicBezTo>
                <a:cubicBezTo>
                  <a:pt x="9943546" y="5819627"/>
                  <a:pt x="10327451" y="5753205"/>
                  <a:pt x="10709534" y="5676156"/>
                </a:cubicBezTo>
                <a:cubicBezTo>
                  <a:pt x="11171292" y="5582632"/>
                  <a:pt x="11629098" y="5472289"/>
                  <a:pt x="12081554" y="5341561"/>
                </a:cubicBezTo>
                <a:lnTo>
                  <a:pt x="12191999" y="5308238"/>
                </a:lnTo>
                <a:lnTo>
                  <a:pt x="12191999" y="5364054"/>
                </a:lnTo>
                <a:lnTo>
                  <a:pt x="11911964" y="5447316"/>
                </a:lnTo>
                <a:cubicBezTo>
                  <a:pt x="11616866" y="5529116"/>
                  <a:pt x="11319604" y="5601872"/>
                  <a:pt x="11020049" y="5667491"/>
                </a:cubicBezTo>
                <a:cubicBezTo>
                  <a:pt x="10703036" y="5737061"/>
                  <a:pt x="10384496" y="5798641"/>
                  <a:pt x="10064425" y="5852245"/>
                </a:cubicBezTo>
                <a:cubicBezTo>
                  <a:pt x="9798381" y="5896841"/>
                  <a:pt x="9531609" y="5936505"/>
                  <a:pt x="9264124" y="5971252"/>
                </a:cubicBezTo>
                <a:cubicBezTo>
                  <a:pt x="9061021" y="5997500"/>
                  <a:pt x="8857919" y="6022219"/>
                  <a:pt x="8654182" y="6042605"/>
                </a:cubicBezTo>
                <a:cubicBezTo>
                  <a:pt x="8416040" y="6065924"/>
                  <a:pt x="8177644" y="6087966"/>
                  <a:pt x="7938866" y="6105677"/>
                </a:cubicBezTo>
                <a:cubicBezTo>
                  <a:pt x="7628862" y="6128611"/>
                  <a:pt x="7318730" y="6146960"/>
                  <a:pt x="7008089" y="6158427"/>
                </a:cubicBezTo>
                <a:cubicBezTo>
                  <a:pt x="6855189" y="6164034"/>
                  <a:pt x="6702290" y="6167984"/>
                  <a:pt x="6549390" y="6172697"/>
                </a:cubicBezTo>
                <a:cubicBezTo>
                  <a:pt x="6510756" y="6170558"/>
                  <a:pt x="6472010" y="6172226"/>
                  <a:pt x="6433696" y="6177668"/>
                </a:cubicBezTo>
                <a:lnTo>
                  <a:pt x="6127899" y="6177668"/>
                </a:lnTo>
                <a:lnTo>
                  <a:pt x="6048391" y="6172953"/>
                </a:lnTo>
                <a:cubicBezTo>
                  <a:pt x="5810377" y="6160212"/>
                  <a:pt x="5572363" y="6146069"/>
                  <a:pt x="5334221" y="6135747"/>
                </a:cubicBezTo>
                <a:cubicBezTo>
                  <a:pt x="5026766" y="6123004"/>
                  <a:pt x="4719692" y="6101983"/>
                  <a:pt x="4413510" y="6072039"/>
                </a:cubicBezTo>
                <a:cubicBezTo>
                  <a:pt x="4088215" y="6040312"/>
                  <a:pt x="3763687" y="6004763"/>
                  <a:pt x="3438265" y="5970870"/>
                </a:cubicBezTo>
                <a:cubicBezTo>
                  <a:pt x="3099935" y="5935704"/>
                  <a:pt x="2762281" y="5895019"/>
                  <a:pt x="2425303" y="5848805"/>
                </a:cubicBezTo>
                <a:cubicBezTo>
                  <a:pt x="2047042" y="5797329"/>
                  <a:pt x="1669936" y="5738080"/>
                  <a:pt x="1293973" y="5671060"/>
                </a:cubicBezTo>
                <a:cubicBezTo>
                  <a:pt x="902168" y="5600534"/>
                  <a:pt x="512942" y="5519976"/>
                  <a:pt x="126888" y="5425029"/>
                </a:cubicBezTo>
                <a:lnTo>
                  <a:pt x="0" y="5392100"/>
                </a:lnTo>
                <a:lnTo>
                  <a:pt x="0" y="5333771"/>
                </a:lnTo>
                <a:lnTo>
                  <a:pt x="130837" y="5368509"/>
                </a:lnTo>
                <a:cubicBezTo>
                  <a:pt x="306720" y="5411799"/>
                  <a:pt x="483287" y="5452095"/>
                  <a:pt x="660204" y="5490001"/>
                </a:cubicBezTo>
                <a:cubicBezTo>
                  <a:pt x="1048569" y="5572948"/>
                  <a:pt x="1439228" y="5643664"/>
                  <a:pt x="1831416" y="5705715"/>
                </a:cubicBezTo>
                <a:cubicBezTo>
                  <a:pt x="2114917" y="5750440"/>
                  <a:pt x="2398801" y="5791595"/>
                  <a:pt x="2677204" y="5825742"/>
                </a:cubicBezTo>
                <a:cubicBezTo>
                  <a:pt x="2669177" y="5828418"/>
                  <a:pt x="2658222" y="5818097"/>
                  <a:pt x="2644716" y="5815549"/>
                </a:cubicBezTo>
                <a:cubicBezTo>
                  <a:pt x="2149740" y="5721171"/>
                  <a:pt x="1659233" y="5607352"/>
                  <a:pt x="1173182" y="5474074"/>
                </a:cubicBezTo>
                <a:cubicBezTo>
                  <a:pt x="940520" y="5410366"/>
                  <a:pt x="709302" y="5342134"/>
                  <a:pt x="479527" y="5269379"/>
                </a:cubicBezTo>
                <a:lnTo>
                  <a:pt x="0" y="510708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Picture 17" descr="An example of a molecular structure">
            <a:extLst>
              <a:ext uri="{FF2B5EF4-FFF2-40B4-BE49-F238E27FC236}">
                <a16:creationId xmlns:a16="http://schemas.microsoft.com/office/drawing/2014/main" id="{CCE668CA-3645-41CE-C4B7-47B593FA8123}"/>
              </a:ext>
            </a:extLst>
          </p:cNvPr>
          <p:cNvPicPr>
            <a:picLocks noChangeAspect="1"/>
          </p:cNvPicPr>
          <p:nvPr/>
        </p:nvPicPr>
        <p:blipFill>
          <a:blip r:embed="rId2">
            <a:alphaModFix amt="55000"/>
          </a:blip>
          <a:srcRect t="9882" r="-2" b="16363"/>
          <a:stretch/>
        </p:blipFill>
        <p:spPr>
          <a:xfrm>
            <a:off x="20" y="10"/>
            <a:ext cx="12191979" cy="6177658"/>
          </a:xfrm>
          <a:custGeom>
            <a:avLst/>
            <a:gdLst/>
            <a:ahLst/>
            <a:cxnLst/>
            <a:rect l="l" t="t" r="r" b="b"/>
            <a:pathLst>
              <a:path w="12191999" h="6177668">
                <a:moveTo>
                  <a:pt x="6861986" y="6107659"/>
                </a:moveTo>
                <a:lnTo>
                  <a:pt x="6860986" y="6107739"/>
                </a:lnTo>
                <a:lnTo>
                  <a:pt x="6860759" y="6108287"/>
                </a:lnTo>
                <a:close/>
                <a:moveTo>
                  <a:pt x="0" y="0"/>
                </a:moveTo>
                <a:lnTo>
                  <a:pt x="12191999" y="0"/>
                </a:lnTo>
                <a:lnTo>
                  <a:pt x="12191999" y="5215324"/>
                </a:lnTo>
                <a:lnTo>
                  <a:pt x="12144282" y="5229900"/>
                </a:lnTo>
                <a:cubicBezTo>
                  <a:pt x="12016423" y="5267070"/>
                  <a:pt x="11888048" y="5302510"/>
                  <a:pt x="11759192" y="5336208"/>
                </a:cubicBezTo>
                <a:cubicBezTo>
                  <a:pt x="11344324" y="5446552"/>
                  <a:pt x="10926015" y="5542623"/>
                  <a:pt x="10505159" y="5627228"/>
                </a:cubicBezTo>
                <a:cubicBezTo>
                  <a:pt x="10171926" y="5694160"/>
                  <a:pt x="9837459" y="5754097"/>
                  <a:pt x="9501755" y="5807012"/>
                </a:cubicBezTo>
                <a:cubicBezTo>
                  <a:pt x="9180066" y="5857979"/>
                  <a:pt x="8857537" y="5903722"/>
                  <a:pt x="8534155" y="5944240"/>
                </a:cubicBezTo>
                <a:cubicBezTo>
                  <a:pt x="8286585" y="5975202"/>
                  <a:pt x="8038506" y="6001450"/>
                  <a:pt x="7790171" y="6026297"/>
                </a:cubicBezTo>
                <a:lnTo>
                  <a:pt x="7024337" y="6093812"/>
                </a:lnTo>
                <a:lnTo>
                  <a:pt x="7008892" y="6095938"/>
                </a:lnTo>
                <a:lnTo>
                  <a:pt x="6862735" y="6107599"/>
                </a:lnTo>
                <a:lnTo>
                  <a:pt x="6872248" y="6109467"/>
                </a:lnTo>
                <a:cubicBezTo>
                  <a:pt x="6883954" y="6109945"/>
                  <a:pt x="6896090" y="6107715"/>
                  <a:pt x="6907812" y="6107715"/>
                </a:cubicBezTo>
                <a:cubicBezTo>
                  <a:pt x="6923994" y="6107715"/>
                  <a:pt x="6940176" y="6105039"/>
                  <a:pt x="6956484" y="6104658"/>
                </a:cubicBezTo>
                <a:cubicBezTo>
                  <a:pt x="7188765" y="6099052"/>
                  <a:pt x="7420790" y="6086564"/>
                  <a:pt x="7652688" y="6071273"/>
                </a:cubicBezTo>
                <a:cubicBezTo>
                  <a:pt x="8002191" y="6048212"/>
                  <a:pt x="8351439" y="6019289"/>
                  <a:pt x="8699923" y="5982083"/>
                </a:cubicBezTo>
                <a:cubicBezTo>
                  <a:pt x="8986610" y="5952012"/>
                  <a:pt x="9272570" y="5916463"/>
                  <a:pt x="9557819" y="5875435"/>
                </a:cubicBezTo>
                <a:cubicBezTo>
                  <a:pt x="9943546" y="5819627"/>
                  <a:pt x="10327451" y="5753205"/>
                  <a:pt x="10709534" y="5676156"/>
                </a:cubicBezTo>
                <a:cubicBezTo>
                  <a:pt x="11171292" y="5582632"/>
                  <a:pt x="11629098" y="5472289"/>
                  <a:pt x="12081554" y="5341561"/>
                </a:cubicBezTo>
                <a:lnTo>
                  <a:pt x="12191999" y="5308238"/>
                </a:lnTo>
                <a:lnTo>
                  <a:pt x="12191999" y="5364054"/>
                </a:lnTo>
                <a:lnTo>
                  <a:pt x="11911964" y="5447316"/>
                </a:lnTo>
                <a:cubicBezTo>
                  <a:pt x="11616866" y="5529116"/>
                  <a:pt x="11319604" y="5601872"/>
                  <a:pt x="11020049" y="5667491"/>
                </a:cubicBezTo>
                <a:cubicBezTo>
                  <a:pt x="10703036" y="5737061"/>
                  <a:pt x="10384496" y="5798641"/>
                  <a:pt x="10064425" y="5852245"/>
                </a:cubicBezTo>
                <a:cubicBezTo>
                  <a:pt x="9798381" y="5896841"/>
                  <a:pt x="9531609" y="5936505"/>
                  <a:pt x="9264124" y="5971252"/>
                </a:cubicBezTo>
                <a:cubicBezTo>
                  <a:pt x="9061021" y="5997500"/>
                  <a:pt x="8857919" y="6022219"/>
                  <a:pt x="8654182" y="6042605"/>
                </a:cubicBezTo>
                <a:cubicBezTo>
                  <a:pt x="8416040" y="6065924"/>
                  <a:pt x="8177644" y="6087966"/>
                  <a:pt x="7938866" y="6105677"/>
                </a:cubicBezTo>
                <a:cubicBezTo>
                  <a:pt x="7628862" y="6128611"/>
                  <a:pt x="7318730" y="6146960"/>
                  <a:pt x="7008089" y="6158427"/>
                </a:cubicBezTo>
                <a:cubicBezTo>
                  <a:pt x="6855189" y="6164034"/>
                  <a:pt x="6702290" y="6167984"/>
                  <a:pt x="6549390" y="6172697"/>
                </a:cubicBezTo>
                <a:cubicBezTo>
                  <a:pt x="6510756" y="6170558"/>
                  <a:pt x="6472010" y="6172226"/>
                  <a:pt x="6433696" y="6177668"/>
                </a:cubicBezTo>
                <a:lnTo>
                  <a:pt x="6127899" y="6177668"/>
                </a:lnTo>
                <a:lnTo>
                  <a:pt x="6048391" y="6172953"/>
                </a:lnTo>
                <a:cubicBezTo>
                  <a:pt x="5810377" y="6160212"/>
                  <a:pt x="5572363" y="6146069"/>
                  <a:pt x="5334221" y="6135747"/>
                </a:cubicBezTo>
                <a:cubicBezTo>
                  <a:pt x="5026766" y="6123004"/>
                  <a:pt x="4719692" y="6101983"/>
                  <a:pt x="4413510" y="6072039"/>
                </a:cubicBezTo>
                <a:cubicBezTo>
                  <a:pt x="4088215" y="6040312"/>
                  <a:pt x="3763687" y="6004763"/>
                  <a:pt x="3438265" y="5970870"/>
                </a:cubicBezTo>
                <a:cubicBezTo>
                  <a:pt x="3099935" y="5935704"/>
                  <a:pt x="2762281" y="5895019"/>
                  <a:pt x="2425303" y="5848805"/>
                </a:cubicBezTo>
                <a:cubicBezTo>
                  <a:pt x="2047042" y="5797329"/>
                  <a:pt x="1669936" y="5738080"/>
                  <a:pt x="1293973" y="5671060"/>
                </a:cubicBezTo>
                <a:cubicBezTo>
                  <a:pt x="902168" y="5600534"/>
                  <a:pt x="512942" y="5519976"/>
                  <a:pt x="126888" y="5425029"/>
                </a:cubicBezTo>
                <a:lnTo>
                  <a:pt x="0" y="5392100"/>
                </a:lnTo>
                <a:lnTo>
                  <a:pt x="0" y="5333771"/>
                </a:lnTo>
                <a:lnTo>
                  <a:pt x="130837" y="5368509"/>
                </a:lnTo>
                <a:cubicBezTo>
                  <a:pt x="306720" y="5411799"/>
                  <a:pt x="483287" y="5452095"/>
                  <a:pt x="660204" y="5490001"/>
                </a:cubicBezTo>
                <a:cubicBezTo>
                  <a:pt x="1048569" y="5572948"/>
                  <a:pt x="1439228" y="5643664"/>
                  <a:pt x="1831416" y="5705715"/>
                </a:cubicBezTo>
                <a:cubicBezTo>
                  <a:pt x="2114917" y="5750440"/>
                  <a:pt x="2398801" y="5791595"/>
                  <a:pt x="2677204" y="5825742"/>
                </a:cubicBezTo>
                <a:cubicBezTo>
                  <a:pt x="2669177" y="5828418"/>
                  <a:pt x="2658222" y="5818097"/>
                  <a:pt x="2644716" y="5815549"/>
                </a:cubicBezTo>
                <a:cubicBezTo>
                  <a:pt x="2149740" y="5721171"/>
                  <a:pt x="1659233" y="5607352"/>
                  <a:pt x="1173182" y="5474074"/>
                </a:cubicBezTo>
                <a:cubicBezTo>
                  <a:pt x="940520" y="5410366"/>
                  <a:pt x="709302" y="5342134"/>
                  <a:pt x="479527" y="5269379"/>
                </a:cubicBezTo>
                <a:lnTo>
                  <a:pt x="0" y="5107083"/>
                </a:lnTo>
                <a:close/>
              </a:path>
            </a:pathLst>
          </a:custGeom>
        </p:spPr>
      </p:pic>
      <p:sp>
        <p:nvSpPr>
          <p:cNvPr id="2" name="Title 1"/>
          <p:cNvSpPr>
            <a:spLocks noGrp="1"/>
          </p:cNvSpPr>
          <p:nvPr>
            <p:ph type="ctrTitle"/>
          </p:nvPr>
        </p:nvSpPr>
        <p:spPr>
          <a:xfrm>
            <a:off x="1524000" y="1026747"/>
            <a:ext cx="9144000" cy="2387600"/>
          </a:xfrm>
        </p:spPr>
        <p:txBody>
          <a:bodyPr>
            <a:normAutofit/>
          </a:bodyPr>
          <a:lstStyle/>
          <a:p>
            <a:pPr algn="ctr"/>
            <a:r>
              <a:rPr lang="en-US" sz="8000">
                <a:solidFill>
                  <a:schemeClr val="bg1"/>
                </a:solidFill>
                <a:ea typeface="+mj-lt"/>
                <a:cs typeface="+mj-lt"/>
              </a:rPr>
              <a:t>Genomics and Gene Editing</a:t>
            </a:r>
            <a:endParaRPr lang="en-US" sz="8000">
              <a:solidFill>
                <a:schemeClr val="bg1"/>
              </a:solidFill>
            </a:endParaRPr>
          </a:p>
        </p:txBody>
      </p:sp>
      <p:sp>
        <p:nvSpPr>
          <p:cNvPr id="3" name="Subtitle 2"/>
          <p:cNvSpPr>
            <a:spLocks noGrp="1"/>
          </p:cNvSpPr>
          <p:nvPr>
            <p:ph type="subTitle" idx="1"/>
          </p:nvPr>
        </p:nvSpPr>
        <p:spPr>
          <a:xfrm>
            <a:off x="1524000" y="3772751"/>
            <a:ext cx="9144000" cy="1766412"/>
          </a:xfrm>
        </p:spPr>
        <p:txBody>
          <a:bodyPr vert="horz" lIns="91440" tIns="45720" rIns="91440" bIns="45720" rtlCol="0" anchor="t">
            <a:normAutofit/>
          </a:bodyPr>
          <a:lstStyle/>
          <a:p>
            <a:pPr algn="ctr"/>
            <a:r>
              <a:rPr lang="en-CA" sz="3200" dirty="0">
                <a:solidFill>
                  <a:schemeClr val="bg1"/>
                </a:solidFill>
                <a:ea typeface="+mn-lt"/>
                <a:cs typeface="+mn-lt"/>
              </a:rPr>
              <a:t>Presented By: Gautam Batta </a:t>
            </a:r>
            <a:endParaRPr lang="en-CA" dirty="0">
              <a:solidFill>
                <a:schemeClr val="bg1"/>
              </a:solidFill>
            </a:endParaRPr>
          </a:p>
        </p:txBody>
      </p:sp>
      <p:sp>
        <p:nvSpPr>
          <p:cNvPr id="19" name="Rectangle 6">
            <a:extLst>
              <a:ext uri="{FF2B5EF4-FFF2-40B4-BE49-F238E27FC236}">
                <a16:creationId xmlns:a16="http://schemas.microsoft.com/office/drawing/2014/main" id="{DCB8EB4B-AFE9-41E8-95B0-F246E5740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3650059"/>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7D7B7-64E0-E428-E601-410EFAB95A32}"/>
              </a:ext>
            </a:extLst>
          </p:cNvPr>
          <p:cNvSpPr>
            <a:spLocks noGrp="1"/>
          </p:cNvSpPr>
          <p:nvPr>
            <p:ph type="title"/>
          </p:nvPr>
        </p:nvSpPr>
        <p:spPr/>
        <p:txBody>
          <a:bodyPr/>
          <a:lstStyle/>
          <a:p>
            <a:r>
              <a:rPr lang="en-US" dirty="0"/>
              <a:t>Key Terms</a:t>
            </a:r>
          </a:p>
        </p:txBody>
      </p:sp>
      <p:sp>
        <p:nvSpPr>
          <p:cNvPr id="3" name="Content Placeholder 2">
            <a:extLst>
              <a:ext uri="{FF2B5EF4-FFF2-40B4-BE49-F238E27FC236}">
                <a16:creationId xmlns:a16="http://schemas.microsoft.com/office/drawing/2014/main" id="{D34EC929-CBAF-396E-A029-2D9420AC7174}"/>
              </a:ext>
            </a:extLst>
          </p:cNvPr>
          <p:cNvSpPr>
            <a:spLocks noGrp="1"/>
          </p:cNvSpPr>
          <p:nvPr>
            <p:ph idx="1"/>
          </p:nvPr>
        </p:nvSpPr>
        <p:spPr>
          <a:xfrm>
            <a:off x="838200" y="1929384"/>
            <a:ext cx="11171498" cy="4251960"/>
          </a:xfrm>
        </p:spPr>
        <p:txBody>
          <a:bodyPr vert="horz" lIns="91440" tIns="45720" rIns="91440" bIns="45720" rtlCol="0" anchor="t">
            <a:noAutofit/>
          </a:bodyPr>
          <a:lstStyle/>
          <a:p>
            <a:r>
              <a:rPr lang="en-CA" b="1" dirty="0">
                <a:ea typeface="+mn-lt"/>
                <a:cs typeface="+mn-lt"/>
              </a:rPr>
              <a:t>Genome:</a:t>
            </a:r>
            <a:r>
              <a:rPr lang="en-CA" dirty="0">
                <a:ea typeface="+mn-lt"/>
                <a:cs typeface="+mn-lt"/>
              </a:rPr>
              <a:t> The complete set/structure of genes or genetic material present in a cell or organism.</a:t>
            </a:r>
            <a:endParaRPr lang="en-US" dirty="0">
              <a:ea typeface="+mn-lt"/>
              <a:cs typeface="+mn-lt"/>
            </a:endParaRPr>
          </a:p>
          <a:p>
            <a:r>
              <a:rPr lang="en-CA" b="1" dirty="0">
                <a:ea typeface="+mn-lt"/>
                <a:cs typeface="+mn-lt"/>
              </a:rPr>
              <a:t>Genome Sequencing:</a:t>
            </a:r>
            <a:r>
              <a:rPr lang="en-CA" dirty="0">
                <a:ea typeface="+mn-lt"/>
                <a:cs typeface="+mn-lt"/>
              </a:rPr>
              <a:t> The process of determining the complete DNA sequence of an organism’s genome.</a:t>
            </a:r>
            <a:endParaRPr lang="en-US" dirty="0">
              <a:ea typeface="+mn-lt"/>
              <a:cs typeface="+mn-lt"/>
            </a:endParaRPr>
          </a:p>
          <a:p>
            <a:r>
              <a:rPr lang="en-CA" b="1" dirty="0">
                <a:ea typeface="+mn-lt"/>
                <a:cs typeface="+mn-lt"/>
              </a:rPr>
              <a:t>CRISPR-Cas9:</a:t>
            </a:r>
            <a:r>
              <a:rPr lang="en-CA" dirty="0">
                <a:ea typeface="+mn-lt"/>
                <a:cs typeface="+mn-lt"/>
              </a:rPr>
              <a:t> A revolutionary gene-editing tool that enables precise modifications to DNA.</a:t>
            </a:r>
            <a:endParaRPr lang="en-US" dirty="0">
              <a:ea typeface="+mn-lt"/>
              <a:cs typeface="+mn-lt"/>
            </a:endParaRPr>
          </a:p>
          <a:p>
            <a:r>
              <a:rPr lang="en-CA" b="1" dirty="0">
                <a:ea typeface="+mn-lt"/>
                <a:cs typeface="+mn-lt"/>
              </a:rPr>
              <a:t>Gene Therapy:</a:t>
            </a:r>
            <a:r>
              <a:rPr lang="en-CA" dirty="0">
                <a:ea typeface="+mn-lt"/>
                <a:cs typeface="+mn-lt"/>
              </a:rPr>
              <a:t> The use of gene editing to treat genetic disorders by correcting defective genes.</a:t>
            </a:r>
            <a:endParaRPr lang="en-US" dirty="0">
              <a:ea typeface="+mn-lt"/>
              <a:cs typeface="+mn-lt"/>
            </a:endParaRPr>
          </a:p>
          <a:p>
            <a:r>
              <a:rPr lang="en-CA" b="1" dirty="0">
                <a:ea typeface="+mn-lt"/>
                <a:cs typeface="+mn-lt"/>
              </a:rPr>
              <a:t>Epigenomics:</a:t>
            </a:r>
            <a:r>
              <a:rPr lang="en-CA" dirty="0">
                <a:ea typeface="+mn-lt"/>
                <a:cs typeface="+mn-lt"/>
              </a:rPr>
              <a:t> The study of chemical modifications that affect gene expression without altering any DNA sequences.</a:t>
            </a:r>
            <a:endParaRPr lang="en-US" dirty="0">
              <a:ea typeface="+mn-lt"/>
              <a:cs typeface="+mn-lt"/>
            </a:endParaRPr>
          </a:p>
          <a:p>
            <a:r>
              <a:rPr lang="en-CA" b="1" dirty="0">
                <a:ea typeface="+mn-lt"/>
                <a:cs typeface="+mn-lt"/>
              </a:rPr>
              <a:t>Bioinformatics: </a:t>
            </a:r>
            <a:r>
              <a:rPr lang="en-CA" dirty="0">
                <a:ea typeface="+mn-lt"/>
                <a:cs typeface="+mn-lt"/>
              </a:rPr>
              <a:t>The use of computers and mathematical models to study biological systems; also known as Computational Biology.</a:t>
            </a:r>
            <a:endParaRPr lang="en-US" dirty="0">
              <a:ea typeface="+mn-lt"/>
              <a:cs typeface="+mn-lt"/>
            </a:endParaRPr>
          </a:p>
          <a:p>
            <a:r>
              <a:rPr lang="en-CA" b="1" dirty="0">
                <a:ea typeface="+mn-lt"/>
                <a:cs typeface="+mn-lt"/>
              </a:rPr>
              <a:t>Synthetic Biology:</a:t>
            </a:r>
            <a:r>
              <a:rPr lang="en-CA" dirty="0">
                <a:ea typeface="+mn-lt"/>
                <a:cs typeface="+mn-lt"/>
              </a:rPr>
              <a:t> The use of genetic engineering to create new biological systems and organisms.</a:t>
            </a:r>
            <a:endParaRPr lang="en-US" dirty="0">
              <a:ea typeface="+mn-lt"/>
              <a:cs typeface="+mn-lt"/>
            </a:endParaRPr>
          </a:p>
        </p:txBody>
      </p:sp>
    </p:spTree>
    <p:extLst>
      <p:ext uri="{BB962C8B-B14F-4D97-AF65-F5344CB8AC3E}">
        <p14:creationId xmlns:p14="http://schemas.microsoft.com/office/powerpoint/2010/main" val="793906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964C-2C18-AA71-6408-E7BC6FC70376}"/>
              </a:ext>
            </a:extLst>
          </p:cNvPr>
          <p:cNvSpPr>
            <a:spLocks noGrp="1"/>
          </p:cNvSpPr>
          <p:nvPr>
            <p:ph type="title"/>
          </p:nvPr>
        </p:nvSpPr>
        <p:spPr/>
        <p:txBody>
          <a:bodyPr/>
          <a:lstStyle/>
          <a:p>
            <a:r>
              <a:rPr lang="en-US"/>
              <a:t>Scope</a:t>
            </a:r>
            <a:endParaRPr lang="en-US" dirty="0"/>
          </a:p>
        </p:txBody>
      </p:sp>
      <p:sp>
        <p:nvSpPr>
          <p:cNvPr id="3" name="Content Placeholder 2">
            <a:extLst>
              <a:ext uri="{FF2B5EF4-FFF2-40B4-BE49-F238E27FC236}">
                <a16:creationId xmlns:a16="http://schemas.microsoft.com/office/drawing/2014/main" id="{BEB3B7F2-03B7-97E4-BA3D-AB9C21648E32}"/>
              </a:ext>
            </a:extLst>
          </p:cNvPr>
          <p:cNvSpPr>
            <a:spLocks noGrp="1"/>
          </p:cNvSpPr>
          <p:nvPr>
            <p:ph idx="1"/>
          </p:nvPr>
        </p:nvSpPr>
        <p:spPr>
          <a:xfrm>
            <a:off x="838200" y="1929384"/>
            <a:ext cx="11122991" cy="4715786"/>
          </a:xfrm>
        </p:spPr>
        <p:txBody>
          <a:bodyPr vert="horz" lIns="91440" tIns="45720" rIns="91440" bIns="45720" rtlCol="0" anchor="t">
            <a:normAutofit/>
          </a:bodyPr>
          <a:lstStyle/>
          <a:p>
            <a:r>
              <a:rPr lang="en-US"/>
              <a:t>The</a:t>
            </a:r>
            <a:r>
              <a:rPr lang="en-US">
                <a:ea typeface="+mn-lt"/>
                <a:cs typeface="+mn-lt"/>
              </a:rPr>
              <a:t> fundamentals of genomics and gene editing.</a:t>
            </a:r>
            <a:endParaRPr lang="en-US"/>
          </a:p>
          <a:p>
            <a:r>
              <a:rPr lang="en-US">
                <a:ea typeface="+mn-lt"/>
                <a:cs typeface="+mn-lt"/>
              </a:rPr>
              <a:t>Major applications in medicine and agriculture.</a:t>
            </a:r>
          </a:p>
          <a:p>
            <a:r>
              <a:rPr lang="en-US">
                <a:ea typeface="+mn-lt"/>
                <a:cs typeface="+mn-lt"/>
              </a:rPr>
              <a:t>The challenges, risks, and benefits. </a:t>
            </a:r>
          </a:p>
          <a:p>
            <a:r>
              <a:rPr lang="en-US">
                <a:ea typeface="+mn-lt"/>
                <a:cs typeface="+mn-lt"/>
              </a:rPr>
              <a:t>Its future directions.</a:t>
            </a:r>
            <a:endParaRPr lang="en-US"/>
          </a:p>
          <a:p>
            <a:endParaRPr lang="en-US" dirty="0">
              <a:latin typeface="The Hand Bold"/>
              <a:cs typeface="Times New Roman"/>
            </a:endParaRPr>
          </a:p>
        </p:txBody>
      </p:sp>
    </p:spTree>
    <p:extLst>
      <p:ext uri="{BB962C8B-B14F-4D97-AF65-F5344CB8AC3E}">
        <p14:creationId xmlns:p14="http://schemas.microsoft.com/office/powerpoint/2010/main" val="238417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1B807-0F3A-A0B8-56E8-3390C26776DE}"/>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4D78BF4D-0876-D5F9-A2C4-B4CE2B951676}"/>
              </a:ext>
            </a:extLst>
          </p:cNvPr>
          <p:cNvSpPr>
            <a:spLocks noGrp="1"/>
          </p:cNvSpPr>
          <p:nvPr>
            <p:ph idx="1"/>
          </p:nvPr>
        </p:nvSpPr>
        <p:spPr>
          <a:xfrm>
            <a:off x="838200" y="1929384"/>
            <a:ext cx="10515600" cy="4561177"/>
          </a:xfrm>
        </p:spPr>
        <p:txBody>
          <a:bodyPr vert="horz" lIns="91440" tIns="45720" rIns="91440" bIns="45720" rtlCol="0" anchor="t">
            <a:normAutofit/>
          </a:bodyPr>
          <a:lstStyle/>
          <a:p>
            <a:r>
              <a:rPr lang="en-US" sz="3200">
                <a:ea typeface="+mn-lt"/>
                <a:cs typeface="+mn-lt"/>
              </a:rPr>
              <a:t>What is it?</a:t>
            </a:r>
          </a:p>
          <a:p>
            <a:pPr lvl="1">
              <a:buFont typeface="Courier New,monospace" panose="020B0604020202020204" pitchFamily="34" charset="0"/>
              <a:buChar char="o"/>
            </a:pPr>
            <a:r>
              <a:rPr lang="en-US" sz="2800">
                <a:ea typeface="+mn-lt"/>
                <a:cs typeface="+mn-lt"/>
              </a:rPr>
              <a:t>Genomics is the study of an organism’s complete set of DNA, including all its genes, interactions, and functions.</a:t>
            </a:r>
            <a:endParaRPr lang="en-US" sz="2800">
              <a:ea typeface="+mn-lt"/>
              <a:cs typeface="Times New Roman"/>
            </a:endParaRPr>
          </a:p>
          <a:p>
            <a:pPr lvl="1">
              <a:buFont typeface="Courier New,monospace" panose="020B0604020202020204" pitchFamily="34" charset="0"/>
              <a:buChar char="o"/>
            </a:pPr>
            <a:r>
              <a:rPr lang="en-US" sz="2800">
                <a:ea typeface="+mn-lt"/>
                <a:cs typeface="+mn-lt"/>
              </a:rPr>
              <a:t>Gene editing, a supporting technology, allows precise modifications to DNA sequences.</a:t>
            </a:r>
            <a:endParaRPr lang="en-US" sz="2800">
              <a:ea typeface="+mn-lt"/>
              <a:cs typeface="Times New Roman"/>
            </a:endParaRPr>
          </a:p>
          <a:p>
            <a:r>
              <a:rPr lang="en-US" sz="3200">
                <a:ea typeface="+mn-lt"/>
                <a:cs typeface="+mn-lt"/>
              </a:rPr>
              <a:t>Why is it important?</a:t>
            </a:r>
          </a:p>
          <a:p>
            <a:pPr lvl="1">
              <a:buFont typeface="Courier New,monospace" panose="020B0604020202020204" pitchFamily="34" charset="0"/>
              <a:buChar char="o"/>
            </a:pPr>
            <a:r>
              <a:rPr lang="en-US" sz="2800">
                <a:ea typeface="+mn-lt"/>
                <a:cs typeface="+mn-lt"/>
              </a:rPr>
              <a:t>Revolutionized biological research and medicine.</a:t>
            </a:r>
            <a:endParaRPr lang="en-US" sz="2800">
              <a:ea typeface="+mn-lt"/>
              <a:cs typeface="Times New Roman"/>
            </a:endParaRPr>
          </a:p>
          <a:p>
            <a:pPr lvl="1">
              <a:buFont typeface="Courier New,monospace" panose="020B0604020202020204" pitchFamily="34" charset="0"/>
              <a:buChar char="o"/>
            </a:pPr>
            <a:r>
              <a:rPr lang="en-US" sz="2800">
                <a:ea typeface="+mn-lt"/>
                <a:cs typeface="+mn-lt"/>
              </a:rPr>
              <a:t>Enabling scientists to correct genetic disorders, and the enhance agricultural traits of food. </a:t>
            </a:r>
            <a:endParaRPr lang="en-US" sz="2800">
              <a:ea typeface="+mn-lt"/>
              <a:cs typeface="Times New Roman"/>
            </a:endParaRPr>
          </a:p>
          <a:p>
            <a:r>
              <a:rPr lang="en-US" sz="3200">
                <a:ea typeface="+mn-lt"/>
                <a:cs typeface="+mn-lt"/>
              </a:rPr>
              <a:t>CRISPR-Cas9</a:t>
            </a:r>
            <a:endParaRPr lang="en-US" sz="3200">
              <a:latin typeface="The Hand Bold"/>
              <a:cs typeface="Times New Roman"/>
            </a:endParaRPr>
          </a:p>
        </p:txBody>
      </p:sp>
    </p:spTree>
    <p:extLst>
      <p:ext uri="{BB962C8B-B14F-4D97-AF65-F5344CB8AC3E}">
        <p14:creationId xmlns:p14="http://schemas.microsoft.com/office/powerpoint/2010/main" val="2697620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B10FD-CFCC-3A24-874E-F91B2705919A}"/>
              </a:ext>
            </a:extLst>
          </p:cNvPr>
          <p:cNvSpPr>
            <a:spLocks noGrp="1"/>
          </p:cNvSpPr>
          <p:nvPr>
            <p:ph type="title"/>
          </p:nvPr>
        </p:nvSpPr>
        <p:spPr/>
        <p:txBody>
          <a:bodyPr/>
          <a:lstStyle/>
          <a:p>
            <a:r>
              <a:rPr lang="en-US"/>
              <a:t>Benefits</a:t>
            </a:r>
          </a:p>
        </p:txBody>
      </p:sp>
      <p:sp>
        <p:nvSpPr>
          <p:cNvPr id="3" name="Content Placeholder 2">
            <a:extLst>
              <a:ext uri="{FF2B5EF4-FFF2-40B4-BE49-F238E27FC236}">
                <a16:creationId xmlns:a16="http://schemas.microsoft.com/office/drawing/2014/main" id="{E2BB81FA-9479-3371-8FA3-D9D05D8F7CE6}"/>
              </a:ext>
            </a:extLst>
          </p:cNvPr>
          <p:cNvSpPr>
            <a:spLocks noGrp="1"/>
          </p:cNvSpPr>
          <p:nvPr>
            <p:ph idx="1"/>
          </p:nvPr>
        </p:nvSpPr>
        <p:spPr>
          <a:xfrm>
            <a:off x="838200" y="1929384"/>
            <a:ext cx="10968382" cy="4704742"/>
          </a:xfrm>
        </p:spPr>
        <p:txBody>
          <a:bodyPr vert="horz" lIns="91440" tIns="45720" rIns="91440" bIns="45720" rtlCol="0" anchor="t">
            <a:noAutofit/>
          </a:bodyPr>
          <a:lstStyle/>
          <a:p>
            <a:r>
              <a:rPr lang="en-US" sz="3200">
                <a:solidFill>
                  <a:srgbClr val="000000"/>
                </a:solidFill>
                <a:latin typeface="The Hand Bold"/>
                <a:ea typeface="+mn-lt"/>
                <a:cs typeface="+mn-lt"/>
              </a:rPr>
              <a:t>I</a:t>
            </a:r>
            <a:r>
              <a:rPr lang="en-US" sz="3200">
                <a:solidFill>
                  <a:srgbClr val="000000"/>
                </a:solidFill>
                <a:latin typeface="The Hand Bold"/>
                <a:ea typeface="+mn-lt"/>
                <a:cs typeface="Times New Roman"/>
              </a:rPr>
              <a:t>mprove</a:t>
            </a:r>
            <a:r>
              <a:rPr lang="en-US" sz="3200" dirty="0">
                <a:latin typeface="The Hand Bold"/>
                <a:ea typeface="+mn-lt"/>
                <a:cs typeface="Times New Roman"/>
              </a:rPr>
              <a:t> </a:t>
            </a:r>
            <a:r>
              <a:rPr lang="en-US" sz="3200">
                <a:latin typeface="The Hand Bold"/>
                <a:ea typeface="+mn-lt"/>
                <a:cs typeface="Times New Roman"/>
              </a:rPr>
              <a:t>workflows</a:t>
            </a:r>
            <a:endParaRPr lang="en-US" sz="3200" dirty="0">
              <a:latin typeface="The Hand Bold"/>
              <a:ea typeface="+mn-lt"/>
              <a:cs typeface="Times New Roman"/>
            </a:endParaRPr>
          </a:p>
          <a:p>
            <a:r>
              <a:rPr lang="en-US" sz="3200">
                <a:latin typeface="The Hand Bold"/>
                <a:ea typeface="+mn-lt"/>
                <a:cs typeface="Times New Roman"/>
              </a:rPr>
              <a:t>Swift and precise modifications; reducing time needed for experimentation and clinical applications</a:t>
            </a:r>
            <a:endParaRPr lang="en-US" sz="3200" dirty="0">
              <a:latin typeface="The Hand Bold"/>
              <a:ea typeface="+mn-lt"/>
              <a:cs typeface="Times New Roman"/>
            </a:endParaRPr>
          </a:p>
          <a:p>
            <a:r>
              <a:rPr lang="en-US" sz="3200">
                <a:latin typeface="The Hand Bold"/>
                <a:ea typeface="+mn-lt"/>
                <a:cs typeface="Times New Roman"/>
              </a:rPr>
              <a:t>Significant cost reductions</a:t>
            </a:r>
            <a:endParaRPr lang="en-US" sz="3200" dirty="0">
              <a:latin typeface="The Hand Bold"/>
              <a:ea typeface="+mn-lt"/>
              <a:cs typeface="Times New Roman"/>
            </a:endParaRPr>
          </a:p>
          <a:p>
            <a:pPr lvl="1">
              <a:spcBef>
                <a:spcPts val="1000"/>
              </a:spcBef>
              <a:buFont typeface="Arial" panose="020B0604020202020204" pitchFamily="34" charset="0"/>
              <a:buChar char="o"/>
            </a:pPr>
            <a:r>
              <a:rPr lang="en-US" sz="2800">
                <a:solidFill>
                  <a:srgbClr val="000000"/>
                </a:solidFill>
                <a:ea typeface="+mn-lt"/>
                <a:cs typeface="+mn-lt"/>
              </a:rPr>
              <a:t>The cost of sequencing a human genome dropped from billions of dollars in the early 2000s to around $600 today</a:t>
            </a:r>
            <a:endParaRPr lang="en-US" sz="2800">
              <a:solidFill>
                <a:srgbClr val="000000"/>
              </a:solidFill>
              <a:latin typeface="The Hand Bold"/>
              <a:ea typeface="+mn-lt"/>
              <a:cs typeface="Times New Roman"/>
            </a:endParaRPr>
          </a:p>
          <a:p>
            <a:r>
              <a:rPr lang="en-US" sz="3200">
                <a:latin typeface="The Hand Bold"/>
                <a:ea typeface="+mn-lt"/>
                <a:cs typeface="Times New Roman"/>
              </a:rPr>
              <a:t>New sets of opportunities in medicine, agriculture, and biotechnology. </a:t>
            </a:r>
            <a:endParaRPr lang="en-US" sz="3200" dirty="0">
              <a:latin typeface="The Hand Bold"/>
              <a:ea typeface="+mn-lt"/>
              <a:cs typeface="Times New Roman"/>
            </a:endParaRPr>
          </a:p>
          <a:p>
            <a:pPr lvl="1">
              <a:buFont typeface="Courier New,monospace" panose="020B0604020202020204" pitchFamily="34" charset="0"/>
              <a:buChar char="o"/>
            </a:pPr>
            <a:r>
              <a:rPr lang="en-US" sz="2800">
                <a:latin typeface="The Hand Bold"/>
                <a:ea typeface="+mn-lt"/>
                <a:cs typeface="Times New Roman"/>
              </a:rPr>
              <a:t>Gene therapies for previously untreatable diseases</a:t>
            </a:r>
          </a:p>
          <a:p>
            <a:pPr lvl="1">
              <a:buFont typeface="Courier New,monospace" panose="020B0604020202020204" pitchFamily="34" charset="0"/>
              <a:buChar char="o"/>
            </a:pPr>
            <a:r>
              <a:rPr lang="en-US" sz="2800">
                <a:latin typeface="The Hand Bold"/>
                <a:ea typeface="+mn-lt"/>
                <a:cs typeface="Times New Roman"/>
              </a:rPr>
              <a:t>Bioengineered crops with enhanced traits</a:t>
            </a:r>
            <a:endParaRPr lang="en-US" sz="2800">
              <a:ea typeface="+mn-lt"/>
              <a:cs typeface="+mn-lt"/>
            </a:endParaRPr>
          </a:p>
        </p:txBody>
      </p:sp>
    </p:spTree>
    <p:extLst>
      <p:ext uri="{BB962C8B-B14F-4D97-AF65-F5344CB8AC3E}">
        <p14:creationId xmlns:p14="http://schemas.microsoft.com/office/powerpoint/2010/main" val="1869163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78FD1-6279-A9EB-C24F-B6FD13AA7581}"/>
              </a:ext>
            </a:extLst>
          </p:cNvPr>
          <p:cNvSpPr>
            <a:spLocks noGrp="1"/>
          </p:cNvSpPr>
          <p:nvPr>
            <p:ph type="title"/>
          </p:nvPr>
        </p:nvSpPr>
        <p:spPr/>
        <p:txBody>
          <a:bodyPr/>
          <a:lstStyle/>
          <a:p>
            <a:r>
              <a:rPr lang="en-US"/>
              <a:t>Current Challenges</a:t>
            </a:r>
          </a:p>
        </p:txBody>
      </p:sp>
      <p:sp>
        <p:nvSpPr>
          <p:cNvPr id="3" name="Content Placeholder 2">
            <a:extLst>
              <a:ext uri="{FF2B5EF4-FFF2-40B4-BE49-F238E27FC236}">
                <a16:creationId xmlns:a16="http://schemas.microsoft.com/office/drawing/2014/main" id="{42993B11-47B9-D7AD-E3DC-12FBEF5F2151}"/>
              </a:ext>
            </a:extLst>
          </p:cNvPr>
          <p:cNvSpPr>
            <a:spLocks noGrp="1"/>
          </p:cNvSpPr>
          <p:nvPr>
            <p:ph idx="1"/>
          </p:nvPr>
        </p:nvSpPr>
        <p:spPr/>
        <p:txBody>
          <a:bodyPr vert="horz" lIns="91440" tIns="45720" rIns="91440" bIns="45720" rtlCol="0" anchor="t">
            <a:normAutofit/>
          </a:bodyPr>
          <a:lstStyle/>
          <a:p>
            <a:r>
              <a:rPr lang="en-US" dirty="0"/>
              <a:t>Side-effects of gene modification</a:t>
            </a:r>
          </a:p>
          <a:p>
            <a:r>
              <a:rPr lang="en-US" dirty="0"/>
              <a:t>Creating and maintaining consistent policies for gene editing. </a:t>
            </a:r>
          </a:p>
          <a:p>
            <a:r>
              <a:rPr lang="en-US" dirty="0"/>
              <a:t>Ethical concerns over germline modifications </a:t>
            </a:r>
          </a:p>
          <a:p>
            <a:pPr lvl="1">
              <a:buFont typeface="Courier New" panose="020B0604020202020204" pitchFamily="34" charset="0"/>
              <a:buChar char="o"/>
            </a:pPr>
            <a:r>
              <a:rPr lang="en-US" dirty="0"/>
              <a:t>"Designer Babies" have led to strict regulations in many countries, limiting research and application.</a:t>
            </a:r>
          </a:p>
          <a:p>
            <a:endParaRPr lang="en-US" dirty="0"/>
          </a:p>
        </p:txBody>
      </p:sp>
    </p:spTree>
    <p:extLst>
      <p:ext uri="{BB962C8B-B14F-4D97-AF65-F5344CB8AC3E}">
        <p14:creationId xmlns:p14="http://schemas.microsoft.com/office/powerpoint/2010/main" val="2494832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955C4-6DB3-D895-5DBF-6B40F10B3CAE}"/>
              </a:ext>
            </a:extLst>
          </p:cNvPr>
          <p:cNvSpPr>
            <a:spLocks noGrp="1"/>
          </p:cNvSpPr>
          <p:nvPr>
            <p:ph type="title"/>
          </p:nvPr>
        </p:nvSpPr>
        <p:spPr/>
        <p:txBody>
          <a:bodyPr/>
          <a:lstStyle/>
          <a:p>
            <a:r>
              <a:rPr lang="en-US" dirty="0"/>
              <a:t>Examples in Practice</a:t>
            </a:r>
          </a:p>
        </p:txBody>
      </p:sp>
      <p:sp>
        <p:nvSpPr>
          <p:cNvPr id="3" name="Content Placeholder 2">
            <a:extLst>
              <a:ext uri="{FF2B5EF4-FFF2-40B4-BE49-F238E27FC236}">
                <a16:creationId xmlns:a16="http://schemas.microsoft.com/office/drawing/2014/main" id="{B9B31FFB-D61D-E073-14A9-F39838D1319B}"/>
              </a:ext>
            </a:extLst>
          </p:cNvPr>
          <p:cNvSpPr>
            <a:spLocks noGrp="1"/>
          </p:cNvSpPr>
          <p:nvPr>
            <p:ph idx="1"/>
          </p:nvPr>
        </p:nvSpPr>
        <p:spPr/>
        <p:txBody>
          <a:bodyPr vert="horz" lIns="91440" tIns="45720" rIns="91440" bIns="45720" rtlCol="0" anchor="t">
            <a:normAutofit/>
          </a:bodyPr>
          <a:lstStyle/>
          <a:p>
            <a:r>
              <a:rPr lang="en-US">
                <a:latin typeface="The Hand Bold"/>
                <a:cs typeface="Times New Roman"/>
              </a:rPr>
              <a:t>Healthcare</a:t>
            </a:r>
            <a:endParaRPr lang="en-US" dirty="0">
              <a:latin typeface="The Hand Bold"/>
              <a:cs typeface="Times New Roman"/>
            </a:endParaRPr>
          </a:p>
          <a:p>
            <a:pPr lvl="1">
              <a:buFont typeface="Courier New" panose="020B0604020202020204" pitchFamily="34" charset="0"/>
              <a:buChar char="o"/>
            </a:pPr>
            <a:r>
              <a:rPr lang="en-US">
                <a:latin typeface="The Hand Bold"/>
                <a:cs typeface="Times New Roman"/>
              </a:rPr>
              <a:t>CRISPR-Cas9 with sickle cell disease and beta-thalassemia in UK</a:t>
            </a:r>
          </a:p>
          <a:p>
            <a:r>
              <a:rPr lang="en-US">
                <a:latin typeface="The Hand Bold"/>
                <a:cs typeface="Times New Roman"/>
              </a:rPr>
              <a:t>Agriculture:</a:t>
            </a:r>
          </a:p>
          <a:p>
            <a:pPr lvl="1">
              <a:buFont typeface="Courier New" panose="020B0604020202020204" pitchFamily="34" charset="0"/>
              <a:buChar char="o"/>
            </a:pPr>
            <a:r>
              <a:rPr lang="en-US">
                <a:latin typeface="The Hand Bold"/>
                <a:cs typeface="Times New Roman"/>
              </a:rPr>
              <a:t>Disease resistance and yield improvement</a:t>
            </a:r>
            <a:endParaRPr lang="en-US">
              <a:cs typeface="Times New Roman"/>
            </a:endParaRPr>
          </a:p>
          <a:p>
            <a:endParaRPr lang="en-US" dirty="0"/>
          </a:p>
        </p:txBody>
      </p:sp>
    </p:spTree>
    <p:extLst>
      <p:ext uri="{BB962C8B-B14F-4D97-AF65-F5344CB8AC3E}">
        <p14:creationId xmlns:p14="http://schemas.microsoft.com/office/powerpoint/2010/main" val="1614784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0AA2C-6F00-C6CC-CAAF-1A42B26703AD}"/>
              </a:ext>
            </a:extLst>
          </p:cNvPr>
          <p:cNvSpPr>
            <a:spLocks noGrp="1"/>
          </p:cNvSpPr>
          <p:nvPr>
            <p:ph type="title"/>
          </p:nvPr>
        </p:nvSpPr>
        <p:spPr/>
        <p:txBody>
          <a:bodyPr/>
          <a:lstStyle/>
          <a:p>
            <a:r>
              <a:rPr lang="en-US"/>
              <a:t>The Future!</a:t>
            </a:r>
          </a:p>
        </p:txBody>
      </p:sp>
      <p:sp>
        <p:nvSpPr>
          <p:cNvPr id="3" name="Content Placeholder 2">
            <a:extLst>
              <a:ext uri="{FF2B5EF4-FFF2-40B4-BE49-F238E27FC236}">
                <a16:creationId xmlns:a16="http://schemas.microsoft.com/office/drawing/2014/main" id="{19AC7C03-2520-2A54-6110-0568CB2EE397}"/>
              </a:ext>
            </a:extLst>
          </p:cNvPr>
          <p:cNvSpPr>
            <a:spLocks noGrp="1"/>
          </p:cNvSpPr>
          <p:nvPr>
            <p:ph idx="1"/>
          </p:nvPr>
        </p:nvSpPr>
        <p:spPr/>
        <p:txBody>
          <a:bodyPr vert="horz" lIns="91440" tIns="45720" rIns="91440" bIns="45720" rtlCol="0" anchor="t">
            <a:normAutofit/>
          </a:bodyPr>
          <a:lstStyle/>
          <a:p>
            <a:r>
              <a:rPr lang="en-US">
                <a:ea typeface="+mn-lt"/>
                <a:cs typeface="+mn-lt"/>
              </a:rPr>
              <a:t>Notable trends </a:t>
            </a:r>
            <a:endParaRPr lang="en-US" dirty="0">
              <a:ea typeface="+mn-lt"/>
              <a:cs typeface="+mn-lt"/>
            </a:endParaRPr>
          </a:p>
          <a:p>
            <a:pPr lvl="1">
              <a:buFont typeface="Courier New" panose="020B0604020202020204" pitchFamily="34" charset="0"/>
              <a:buChar char="o"/>
            </a:pPr>
            <a:r>
              <a:rPr lang="en-US">
                <a:ea typeface="+mn-lt"/>
                <a:cs typeface="+mn-lt"/>
              </a:rPr>
              <a:t>Development of next-generation CRISPR technologies. </a:t>
            </a:r>
          </a:p>
          <a:p>
            <a:pPr lvl="1">
              <a:buFont typeface="Courier New" panose="020B0604020202020204" pitchFamily="34" charset="0"/>
              <a:buChar char="o"/>
            </a:pPr>
            <a:r>
              <a:rPr lang="en-US">
                <a:ea typeface="+mn-lt"/>
                <a:cs typeface="+mn-lt"/>
              </a:rPr>
              <a:t>Advances in gene therapy are expected to increase</a:t>
            </a:r>
          </a:p>
          <a:p>
            <a:pPr lvl="2">
              <a:buFont typeface="Wingdings" panose="020B0604020202020204" pitchFamily="34" charset="0"/>
              <a:buChar char="§"/>
            </a:pPr>
            <a:r>
              <a:rPr lang="en-US">
                <a:ea typeface="+mn-lt"/>
                <a:cs typeface="+mn-lt"/>
              </a:rPr>
              <a:t>Treating rare or previously untreatable genetic disorders.</a:t>
            </a:r>
          </a:p>
          <a:p>
            <a:pPr lvl="1">
              <a:buFont typeface="Courier New" panose="020B0604020202020204" pitchFamily="34" charset="0"/>
              <a:buChar char="o"/>
            </a:pPr>
            <a:r>
              <a:rPr lang="en-US">
                <a:ea typeface="+mn-lt"/>
                <a:cs typeface="+mn-lt"/>
              </a:rPr>
              <a:t>AI and machine learning are being integrated into bioinformatics to accelerate data analysis and interpretation. </a:t>
            </a:r>
            <a:endParaRPr lang="en-US"/>
          </a:p>
        </p:txBody>
      </p:sp>
    </p:spTree>
    <p:extLst>
      <p:ext uri="{BB962C8B-B14F-4D97-AF65-F5344CB8AC3E}">
        <p14:creationId xmlns:p14="http://schemas.microsoft.com/office/powerpoint/2010/main" val="273309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95F95-334D-3F9A-C315-BAC7E87F59DB}"/>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EBDD1BE-506D-DA82-236C-964712DC9237}"/>
              </a:ext>
            </a:extLst>
          </p:cNvPr>
          <p:cNvSpPr>
            <a:spLocks noGrp="1"/>
          </p:cNvSpPr>
          <p:nvPr>
            <p:ph idx="1"/>
          </p:nvPr>
        </p:nvSpPr>
        <p:spPr/>
        <p:txBody>
          <a:bodyPr vert="horz" lIns="91440" tIns="45720" rIns="91440" bIns="45720" rtlCol="0" anchor="t">
            <a:normAutofit/>
          </a:bodyPr>
          <a:lstStyle/>
          <a:p>
            <a:r>
              <a:rPr lang="en-US" dirty="0">
                <a:ea typeface="+mn-lt"/>
                <a:cs typeface="+mn-lt"/>
              </a:rPr>
              <a:t>The potential of genomics and gene editing, highlighting its implications for medicine and agriculture.</a:t>
            </a:r>
            <a:endParaRPr lang="en-US" dirty="0"/>
          </a:p>
          <a:p>
            <a:r>
              <a:rPr lang="en-US" dirty="0">
                <a:ea typeface="+mn-lt"/>
                <a:cs typeface="+mn-lt"/>
              </a:rPr>
              <a:t>From gene therapies for genetic disorders, the field has made significant strides in recent years. </a:t>
            </a:r>
          </a:p>
          <a:p>
            <a:r>
              <a:rPr lang="en-US" dirty="0">
                <a:ea typeface="+mn-lt"/>
                <a:cs typeface="+mn-lt"/>
              </a:rPr>
              <a:t>The adoption of gene editing technologies, particularly CRISPR-Cas9, has improved workflows, reduced costs, and opened new sets of opportunities. </a:t>
            </a:r>
          </a:p>
          <a:p>
            <a:r>
              <a:rPr lang="en-US" dirty="0">
                <a:ea typeface="+mn-lt"/>
                <a:cs typeface="+mn-lt"/>
              </a:rPr>
              <a:t>Challenges such as technical limitations, and regulation and compliance need to be addressed. </a:t>
            </a:r>
            <a:endParaRPr lang="en-US" dirty="0"/>
          </a:p>
        </p:txBody>
      </p:sp>
    </p:spTree>
    <p:extLst>
      <p:ext uri="{BB962C8B-B14F-4D97-AF65-F5344CB8AC3E}">
        <p14:creationId xmlns:p14="http://schemas.microsoft.com/office/powerpoint/2010/main" val="369233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20" name="Rectangle 19">
            <a:extLst>
              <a:ext uri="{FF2B5EF4-FFF2-40B4-BE49-F238E27FC236}">
                <a16:creationId xmlns:a16="http://schemas.microsoft.com/office/drawing/2014/main" id="{AD35AE2F-5E3A-49D9-8DE1-8A333BA40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DNA illustration">
            <a:extLst>
              <a:ext uri="{FF2B5EF4-FFF2-40B4-BE49-F238E27FC236}">
                <a16:creationId xmlns:a16="http://schemas.microsoft.com/office/drawing/2014/main" id="{E17CBEAF-13F6-81D3-D4D8-9A08FDB86CB5}"/>
              </a:ext>
            </a:extLst>
          </p:cNvPr>
          <p:cNvPicPr>
            <a:picLocks noChangeAspect="1"/>
          </p:cNvPicPr>
          <p:nvPr/>
        </p:nvPicPr>
        <p:blipFill>
          <a:blip r:embed="rId2">
            <a:alphaModFix amt="50000"/>
          </a:blip>
          <a:srcRect t="8514" r="-1" b="-1"/>
          <a:stretch/>
        </p:blipFill>
        <p:spPr>
          <a:xfrm>
            <a:off x="20" y="10"/>
            <a:ext cx="12188930" cy="6857990"/>
          </a:xfrm>
          <a:prstGeom prst="rect">
            <a:avLst/>
          </a:prstGeom>
        </p:spPr>
      </p:pic>
      <p:sp>
        <p:nvSpPr>
          <p:cNvPr id="2" name="Title 1">
            <a:extLst>
              <a:ext uri="{FF2B5EF4-FFF2-40B4-BE49-F238E27FC236}">
                <a16:creationId xmlns:a16="http://schemas.microsoft.com/office/drawing/2014/main" id="{37056930-D6C4-CC30-D683-64DFD5AF34C7}"/>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9600"/>
              <a:t>The End!</a:t>
            </a:r>
          </a:p>
        </p:txBody>
      </p:sp>
      <p:sp>
        <p:nvSpPr>
          <p:cNvPr id="8" name="Content Placeholder 7">
            <a:extLst>
              <a:ext uri="{FF2B5EF4-FFF2-40B4-BE49-F238E27FC236}">
                <a16:creationId xmlns:a16="http://schemas.microsoft.com/office/drawing/2014/main" id="{27734225-2AD5-45A9-ACB3-59099F7855BB}"/>
              </a:ext>
            </a:extLst>
          </p:cNvPr>
          <p:cNvSpPr>
            <a:spLocks noGrp="1"/>
          </p:cNvSpPr>
          <p:nvPr>
            <p:ph idx="1"/>
          </p:nvPr>
        </p:nvSpPr>
        <p:spPr>
          <a:xfrm>
            <a:off x="1524000" y="4599432"/>
            <a:ext cx="9144000" cy="1225296"/>
          </a:xfrm>
        </p:spPr>
        <p:txBody>
          <a:bodyPr vert="horz" lIns="91440" tIns="45720" rIns="91440" bIns="45720" rtlCol="0">
            <a:normAutofit/>
          </a:bodyPr>
          <a:lstStyle/>
          <a:p>
            <a:pPr marL="0" indent="0" algn="ctr">
              <a:buNone/>
            </a:pPr>
            <a:r>
              <a:rPr lang="en-US" sz="3200"/>
              <a:t>Thank you for your time!</a:t>
            </a:r>
          </a:p>
        </p:txBody>
      </p:sp>
      <p:sp>
        <p:nvSpPr>
          <p:cNvPr id="22" name="Rectangle 6">
            <a:extLst>
              <a:ext uri="{FF2B5EF4-FFF2-40B4-BE49-F238E27FC236}">
                <a16:creationId xmlns:a16="http://schemas.microsoft.com/office/drawing/2014/main" id="{04D8AD8F-EF7F-481F-B99A-B85138970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
            <a:extLst>
              <a:ext uri="{FF2B5EF4-FFF2-40B4-BE49-F238E27FC236}">
                <a16:creationId xmlns:a16="http://schemas.microsoft.com/office/drawing/2014/main" id="{79EB4626-023C-436D-9F57-9EB460809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902700 h 5416094"/>
              <a:gd name="connsiteX1" fmla="*/ 902700 w 10515600"/>
              <a:gd name="connsiteY1" fmla="*/ 0 h 5416094"/>
              <a:gd name="connsiteX2" fmla="*/ 1746919 w 10515600"/>
              <a:gd name="connsiteY2" fmla="*/ 0 h 5416094"/>
              <a:gd name="connsiteX3" fmla="*/ 2329833 w 10515600"/>
              <a:gd name="connsiteY3" fmla="*/ 0 h 5416094"/>
              <a:gd name="connsiteX4" fmla="*/ 2825644 w 10515600"/>
              <a:gd name="connsiteY4" fmla="*/ 0 h 5416094"/>
              <a:gd name="connsiteX5" fmla="*/ 3582762 w 10515600"/>
              <a:gd name="connsiteY5" fmla="*/ 0 h 5416094"/>
              <a:gd name="connsiteX6" fmla="*/ 4165675 w 10515600"/>
              <a:gd name="connsiteY6" fmla="*/ 0 h 5416094"/>
              <a:gd name="connsiteX7" fmla="*/ 5009894 w 10515600"/>
              <a:gd name="connsiteY7" fmla="*/ 0 h 5416094"/>
              <a:gd name="connsiteX8" fmla="*/ 5505706 w 10515600"/>
              <a:gd name="connsiteY8" fmla="*/ 0 h 5416094"/>
              <a:gd name="connsiteX9" fmla="*/ 6349925 w 10515600"/>
              <a:gd name="connsiteY9" fmla="*/ 0 h 5416094"/>
              <a:gd name="connsiteX10" fmla="*/ 6758634 w 10515600"/>
              <a:gd name="connsiteY10" fmla="*/ 0 h 5416094"/>
              <a:gd name="connsiteX11" fmla="*/ 7428650 w 10515600"/>
              <a:gd name="connsiteY11" fmla="*/ 0 h 5416094"/>
              <a:gd name="connsiteX12" fmla="*/ 8098665 w 10515600"/>
              <a:gd name="connsiteY12" fmla="*/ 0 h 5416094"/>
              <a:gd name="connsiteX13" fmla="*/ 8681579 w 10515600"/>
              <a:gd name="connsiteY13" fmla="*/ 0 h 5416094"/>
              <a:gd name="connsiteX14" fmla="*/ 9612900 w 10515600"/>
              <a:gd name="connsiteY14" fmla="*/ 0 h 5416094"/>
              <a:gd name="connsiteX15" fmla="*/ 10515600 w 10515600"/>
              <a:gd name="connsiteY15" fmla="*/ 902700 h 5416094"/>
              <a:gd name="connsiteX16" fmla="*/ 10515600 w 10515600"/>
              <a:gd name="connsiteY16" fmla="*/ 1504482 h 5416094"/>
              <a:gd name="connsiteX17" fmla="*/ 10515600 w 10515600"/>
              <a:gd name="connsiteY17" fmla="*/ 2178479 h 5416094"/>
              <a:gd name="connsiteX18" fmla="*/ 10515600 w 10515600"/>
              <a:gd name="connsiteY18" fmla="*/ 2780261 h 5416094"/>
              <a:gd name="connsiteX19" fmla="*/ 10515600 w 10515600"/>
              <a:gd name="connsiteY19" fmla="*/ 3273722 h 5416094"/>
              <a:gd name="connsiteX20" fmla="*/ 10515600 w 10515600"/>
              <a:gd name="connsiteY20" fmla="*/ 3803291 h 5416094"/>
              <a:gd name="connsiteX21" fmla="*/ 10515600 w 10515600"/>
              <a:gd name="connsiteY21" fmla="*/ 4513394 h 5416094"/>
              <a:gd name="connsiteX22" fmla="*/ 9612900 w 10515600"/>
              <a:gd name="connsiteY22" fmla="*/ 5416094 h 5416094"/>
              <a:gd name="connsiteX23" fmla="*/ 9117089 w 10515600"/>
              <a:gd name="connsiteY23" fmla="*/ 5416094 h 5416094"/>
              <a:gd name="connsiteX24" fmla="*/ 8708379 w 10515600"/>
              <a:gd name="connsiteY24" fmla="*/ 5416094 h 5416094"/>
              <a:gd name="connsiteX25" fmla="*/ 8299670 w 10515600"/>
              <a:gd name="connsiteY25" fmla="*/ 5416094 h 5416094"/>
              <a:gd name="connsiteX26" fmla="*/ 7629654 w 10515600"/>
              <a:gd name="connsiteY26" fmla="*/ 5416094 h 5416094"/>
              <a:gd name="connsiteX27" fmla="*/ 7133843 w 10515600"/>
              <a:gd name="connsiteY27" fmla="*/ 5416094 h 5416094"/>
              <a:gd name="connsiteX28" fmla="*/ 6376726 w 10515600"/>
              <a:gd name="connsiteY28" fmla="*/ 5416094 h 5416094"/>
              <a:gd name="connsiteX29" fmla="*/ 5880914 w 10515600"/>
              <a:gd name="connsiteY29" fmla="*/ 5416094 h 5416094"/>
              <a:gd name="connsiteX30" fmla="*/ 5123797 w 10515600"/>
              <a:gd name="connsiteY30" fmla="*/ 5416094 h 5416094"/>
              <a:gd name="connsiteX31" fmla="*/ 4715088 w 10515600"/>
              <a:gd name="connsiteY31" fmla="*/ 5416094 h 5416094"/>
              <a:gd name="connsiteX32" fmla="*/ 3957970 w 10515600"/>
              <a:gd name="connsiteY32" fmla="*/ 5416094 h 5416094"/>
              <a:gd name="connsiteX33" fmla="*/ 3462159 w 10515600"/>
              <a:gd name="connsiteY33" fmla="*/ 5416094 h 5416094"/>
              <a:gd name="connsiteX34" fmla="*/ 3053449 w 10515600"/>
              <a:gd name="connsiteY34" fmla="*/ 5416094 h 5416094"/>
              <a:gd name="connsiteX35" fmla="*/ 2557638 w 10515600"/>
              <a:gd name="connsiteY35" fmla="*/ 5416094 h 5416094"/>
              <a:gd name="connsiteX36" fmla="*/ 1800521 w 10515600"/>
              <a:gd name="connsiteY36" fmla="*/ 5416094 h 5416094"/>
              <a:gd name="connsiteX37" fmla="*/ 902700 w 10515600"/>
              <a:gd name="connsiteY37" fmla="*/ 5416094 h 5416094"/>
              <a:gd name="connsiteX38" fmla="*/ 0 w 10515600"/>
              <a:gd name="connsiteY38" fmla="*/ 4513394 h 5416094"/>
              <a:gd name="connsiteX39" fmla="*/ 0 w 10515600"/>
              <a:gd name="connsiteY39" fmla="*/ 3911612 h 5416094"/>
              <a:gd name="connsiteX40" fmla="*/ 0 w 10515600"/>
              <a:gd name="connsiteY40" fmla="*/ 3309829 h 5416094"/>
              <a:gd name="connsiteX41" fmla="*/ 0 w 10515600"/>
              <a:gd name="connsiteY41" fmla="*/ 2780261 h 5416094"/>
              <a:gd name="connsiteX42" fmla="*/ 0 w 10515600"/>
              <a:gd name="connsiteY42" fmla="*/ 2106265 h 5416094"/>
              <a:gd name="connsiteX43" fmla="*/ 0 w 10515600"/>
              <a:gd name="connsiteY43" fmla="*/ 1504482 h 5416094"/>
              <a:gd name="connsiteX44" fmla="*/ 0 w 10515600"/>
              <a:gd name="connsiteY44" fmla="*/ 90270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515600" h="5416094" extrusionOk="0">
                <a:moveTo>
                  <a:pt x="0" y="902700"/>
                </a:moveTo>
                <a:cubicBezTo>
                  <a:pt x="-57306" y="368805"/>
                  <a:pt x="305054" y="37193"/>
                  <a:pt x="902700" y="0"/>
                </a:cubicBezTo>
                <a:cubicBezTo>
                  <a:pt x="1280419" y="-35006"/>
                  <a:pt x="1407743" y="-35339"/>
                  <a:pt x="1746919" y="0"/>
                </a:cubicBezTo>
                <a:cubicBezTo>
                  <a:pt x="2086095" y="35339"/>
                  <a:pt x="2146539" y="-12333"/>
                  <a:pt x="2329833" y="0"/>
                </a:cubicBezTo>
                <a:cubicBezTo>
                  <a:pt x="2513127" y="12333"/>
                  <a:pt x="2706706" y="12952"/>
                  <a:pt x="2825644" y="0"/>
                </a:cubicBezTo>
                <a:cubicBezTo>
                  <a:pt x="2944582" y="-12952"/>
                  <a:pt x="3420817" y="-27100"/>
                  <a:pt x="3582762" y="0"/>
                </a:cubicBezTo>
                <a:cubicBezTo>
                  <a:pt x="3744707" y="27100"/>
                  <a:pt x="4023584" y="-9167"/>
                  <a:pt x="4165675" y="0"/>
                </a:cubicBezTo>
                <a:cubicBezTo>
                  <a:pt x="4307766" y="9167"/>
                  <a:pt x="4770188" y="27031"/>
                  <a:pt x="5009894" y="0"/>
                </a:cubicBezTo>
                <a:cubicBezTo>
                  <a:pt x="5249600" y="-27031"/>
                  <a:pt x="5349881" y="-194"/>
                  <a:pt x="5505706" y="0"/>
                </a:cubicBezTo>
                <a:cubicBezTo>
                  <a:pt x="5661531" y="194"/>
                  <a:pt x="6129254" y="-29363"/>
                  <a:pt x="6349925" y="0"/>
                </a:cubicBezTo>
                <a:cubicBezTo>
                  <a:pt x="6570596" y="29363"/>
                  <a:pt x="6581199" y="-14617"/>
                  <a:pt x="6758634" y="0"/>
                </a:cubicBezTo>
                <a:cubicBezTo>
                  <a:pt x="6936069" y="14617"/>
                  <a:pt x="7246491" y="25675"/>
                  <a:pt x="7428650" y="0"/>
                </a:cubicBezTo>
                <a:cubicBezTo>
                  <a:pt x="7610809" y="-25675"/>
                  <a:pt x="7825190" y="-17078"/>
                  <a:pt x="8098665" y="0"/>
                </a:cubicBezTo>
                <a:cubicBezTo>
                  <a:pt x="8372141" y="17078"/>
                  <a:pt x="8559625" y="-21568"/>
                  <a:pt x="8681579" y="0"/>
                </a:cubicBezTo>
                <a:cubicBezTo>
                  <a:pt x="8803533" y="21568"/>
                  <a:pt x="9307226" y="-46066"/>
                  <a:pt x="9612900" y="0"/>
                </a:cubicBezTo>
                <a:cubicBezTo>
                  <a:pt x="10119954" y="-10560"/>
                  <a:pt x="10418674" y="366684"/>
                  <a:pt x="10515600" y="902700"/>
                </a:cubicBezTo>
                <a:cubicBezTo>
                  <a:pt x="10494548" y="1140809"/>
                  <a:pt x="10524881" y="1252168"/>
                  <a:pt x="10515600" y="1504482"/>
                </a:cubicBezTo>
                <a:cubicBezTo>
                  <a:pt x="10506319" y="1756796"/>
                  <a:pt x="10494309" y="1995078"/>
                  <a:pt x="10515600" y="2178479"/>
                </a:cubicBezTo>
                <a:cubicBezTo>
                  <a:pt x="10536891" y="2361880"/>
                  <a:pt x="10522845" y="2487483"/>
                  <a:pt x="10515600" y="2780261"/>
                </a:cubicBezTo>
                <a:cubicBezTo>
                  <a:pt x="10508355" y="3073039"/>
                  <a:pt x="10533694" y="3138252"/>
                  <a:pt x="10515600" y="3273722"/>
                </a:cubicBezTo>
                <a:cubicBezTo>
                  <a:pt x="10497506" y="3409192"/>
                  <a:pt x="10514952" y="3569910"/>
                  <a:pt x="10515600" y="3803291"/>
                </a:cubicBezTo>
                <a:cubicBezTo>
                  <a:pt x="10516248" y="4036672"/>
                  <a:pt x="10499126" y="4317688"/>
                  <a:pt x="10515600" y="4513394"/>
                </a:cubicBezTo>
                <a:cubicBezTo>
                  <a:pt x="10585499" y="4997151"/>
                  <a:pt x="10115437" y="5453981"/>
                  <a:pt x="9612900" y="5416094"/>
                </a:cubicBezTo>
                <a:cubicBezTo>
                  <a:pt x="9473271" y="5418358"/>
                  <a:pt x="9316384" y="5423764"/>
                  <a:pt x="9117089" y="5416094"/>
                </a:cubicBezTo>
                <a:cubicBezTo>
                  <a:pt x="8917794" y="5408424"/>
                  <a:pt x="8902141" y="5433256"/>
                  <a:pt x="8708379" y="5416094"/>
                </a:cubicBezTo>
                <a:cubicBezTo>
                  <a:pt x="8514617" y="5398933"/>
                  <a:pt x="8454700" y="5422387"/>
                  <a:pt x="8299670" y="5416094"/>
                </a:cubicBezTo>
                <a:cubicBezTo>
                  <a:pt x="8144640" y="5409801"/>
                  <a:pt x="7907022" y="5398388"/>
                  <a:pt x="7629654" y="5416094"/>
                </a:cubicBezTo>
                <a:cubicBezTo>
                  <a:pt x="7352286" y="5433800"/>
                  <a:pt x="7244777" y="5409877"/>
                  <a:pt x="7133843" y="5416094"/>
                </a:cubicBezTo>
                <a:cubicBezTo>
                  <a:pt x="7022909" y="5422311"/>
                  <a:pt x="6748865" y="5379753"/>
                  <a:pt x="6376726" y="5416094"/>
                </a:cubicBezTo>
                <a:cubicBezTo>
                  <a:pt x="6004587" y="5452435"/>
                  <a:pt x="5991442" y="5438860"/>
                  <a:pt x="5880914" y="5416094"/>
                </a:cubicBezTo>
                <a:cubicBezTo>
                  <a:pt x="5770386" y="5393328"/>
                  <a:pt x="5294303" y="5440618"/>
                  <a:pt x="5123797" y="5416094"/>
                </a:cubicBezTo>
                <a:cubicBezTo>
                  <a:pt x="4953291" y="5391570"/>
                  <a:pt x="4828705" y="5430421"/>
                  <a:pt x="4715088" y="5416094"/>
                </a:cubicBezTo>
                <a:cubicBezTo>
                  <a:pt x="4601471" y="5401767"/>
                  <a:pt x="4227806" y="5381491"/>
                  <a:pt x="3957970" y="5416094"/>
                </a:cubicBezTo>
                <a:cubicBezTo>
                  <a:pt x="3688134" y="5450697"/>
                  <a:pt x="3670638" y="5425309"/>
                  <a:pt x="3462159" y="5416094"/>
                </a:cubicBezTo>
                <a:cubicBezTo>
                  <a:pt x="3253680" y="5406879"/>
                  <a:pt x="3167443" y="5432031"/>
                  <a:pt x="3053449" y="5416094"/>
                </a:cubicBezTo>
                <a:cubicBezTo>
                  <a:pt x="2939455" y="5400158"/>
                  <a:pt x="2701485" y="5433995"/>
                  <a:pt x="2557638" y="5416094"/>
                </a:cubicBezTo>
                <a:cubicBezTo>
                  <a:pt x="2413791" y="5398193"/>
                  <a:pt x="2168647" y="5424510"/>
                  <a:pt x="1800521" y="5416094"/>
                </a:cubicBezTo>
                <a:cubicBezTo>
                  <a:pt x="1432395" y="5407678"/>
                  <a:pt x="1261364" y="5454497"/>
                  <a:pt x="902700" y="5416094"/>
                </a:cubicBezTo>
                <a:cubicBezTo>
                  <a:pt x="519468" y="5419760"/>
                  <a:pt x="63003" y="5077223"/>
                  <a:pt x="0" y="4513394"/>
                </a:cubicBezTo>
                <a:cubicBezTo>
                  <a:pt x="-20265" y="4243495"/>
                  <a:pt x="27650" y="4053844"/>
                  <a:pt x="0" y="3911612"/>
                </a:cubicBezTo>
                <a:cubicBezTo>
                  <a:pt x="-27650" y="3769380"/>
                  <a:pt x="24988" y="3469350"/>
                  <a:pt x="0" y="3309829"/>
                </a:cubicBezTo>
                <a:cubicBezTo>
                  <a:pt x="-24988" y="3150308"/>
                  <a:pt x="-16973" y="2933511"/>
                  <a:pt x="0" y="2780261"/>
                </a:cubicBezTo>
                <a:cubicBezTo>
                  <a:pt x="16973" y="2627011"/>
                  <a:pt x="-11552" y="2315258"/>
                  <a:pt x="0" y="2106265"/>
                </a:cubicBezTo>
                <a:cubicBezTo>
                  <a:pt x="11552" y="1897272"/>
                  <a:pt x="-9167" y="1726905"/>
                  <a:pt x="0" y="1504482"/>
                </a:cubicBezTo>
                <a:cubicBezTo>
                  <a:pt x="9167" y="1282059"/>
                  <a:pt x="10972" y="1160784"/>
                  <a:pt x="0" y="902700"/>
                </a:cubicBezTo>
                <a:close/>
              </a:path>
            </a:pathLst>
          </a:custGeom>
          <a:noFill/>
          <a:ln w="60325" cap="rnd">
            <a:solidFill>
              <a:schemeClr val="tx1"/>
            </a:solidFill>
            <a:round/>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1213256"/>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3A7EE-83D0-9789-0513-26D560B44D62}"/>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F6D347DE-1CEA-C16A-9EC2-367F15266A5B}"/>
              </a:ext>
            </a:extLst>
          </p:cNvPr>
          <p:cNvSpPr>
            <a:spLocks noGrp="1"/>
          </p:cNvSpPr>
          <p:nvPr>
            <p:ph idx="1"/>
          </p:nvPr>
        </p:nvSpPr>
        <p:spPr>
          <a:xfrm>
            <a:off x="838200" y="1929384"/>
            <a:ext cx="11154696" cy="4694411"/>
          </a:xfrm>
        </p:spPr>
        <p:txBody>
          <a:bodyPr vert="horz" lIns="91440" tIns="45720" rIns="91440" bIns="45720" rtlCol="0" anchor="t">
            <a:normAutofit fontScale="62500" lnSpcReduction="20000"/>
          </a:bodyPr>
          <a:lstStyle/>
          <a:p>
            <a:r>
              <a:rPr lang="en-US" i="1">
                <a:ea typeface="+mn-lt"/>
                <a:cs typeface="+mn-lt"/>
              </a:rPr>
              <a:t>“What Is Genome Editing?” Genome.gov, 2019, </a:t>
            </a:r>
            <a:r>
              <a:rPr lang="en-US" i="1" dirty="0">
                <a:ea typeface="+mn-lt"/>
                <a:cs typeface="+mn-lt"/>
                <a:hlinkClick r:id="rId2"/>
              </a:rPr>
              <a:t>www.genome.gov/about-genomics/policy-issues/what-is-Genome-Editing</a:t>
            </a:r>
            <a:r>
              <a:rPr lang="en-US" i="1">
                <a:ea typeface="+mn-lt"/>
                <a:cs typeface="+mn-lt"/>
              </a:rPr>
              <a:t>. Accessed 9 Feb. 2025.</a:t>
            </a:r>
            <a:endParaRPr lang="en-US">
              <a:ea typeface="+mn-lt"/>
              <a:cs typeface="+mn-lt"/>
            </a:endParaRPr>
          </a:p>
          <a:p>
            <a:r>
              <a:rPr lang="en-US" i="1">
                <a:ea typeface="+mn-lt"/>
                <a:cs typeface="+mn-lt"/>
              </a:rPr>
              <a:t>“What Are Genome Editing and CRISPR-Cas9?: MedlinePlus Genetics.” Medlineplus.gov, 2017, medlineplus.gov/genetics/understanding/genomicresearch/genomeediting/. Accessed 9 Feb. 2025.</a:t>
            </a:r>
            <a:endParaRPr lang="en-US">
              <a:ea typeface="+mn-lt"/>
              <a:cs typeface="+mn-lt"/>
            </a:endParaRPr>
          </a:p>
          <a:p>
            <a:r>
              <a:rPr lang="en-US" i="1">
                <a:ea typeface="+mn-lt"/>
                <a:cs typeface="+mn-lt"/>
              </a:rPr>
              <a:t>“Gene Editing – Digital Media Kit.” National Institutes of Health (NIH), 7 Mar. 2019, </a:t>
            </a:r>
            <a:r>
              <a:rPr lang="en-US" i="1" dirty="0">
                <a:ea typeface="+mn-lt"/>
                <a:cs typeface="+mn-lt"/>
                <a:hlinkClick r:id="rId3"/>
              </a:rPr>
              <a:t>www.nih.gov/news-events/gene-editing-digital-press-kit</a:t>
            </a:r>
            <a:r>
              <a:rPr lang="en-US" i="1">
                <a:ea typeface="+mn-lt"/>
                <a:cs typeface="+mn-lt"/>
              </a:rPr>
              <a:t>. Accessed 9 Feb. 2025.</a:t>
            </a:r>
            <a:endParaRPr lang="en-US">
              <a:ea typeface="+mn-lt"/>
              <a:cs typeface="+mn-lt"/>
            </a:endParaRPr>
          </a:p>
          <a:p>
            <a:r>
              <a:rPr lang="en-US" i="1">
                <a:ea typeface="+mn-lt"/>
                <a:cs typeface="+mn-lt"/>
              </a:rPr>
              <a:t>“What Is CRISPR?” Innovative Genomics Institute (IGI), Innovative Genomics Institute, 24 Apr. 2024, innovativegenomics.org/what-is-crispr. Accessed 9 Feb. 2025.</a:t>
            </a:r>
            <a:endParaRPr lang="en-US">
              <a:ea typeface="+mn-lt"/>
              <a:cs typeface="+mn-lt"/>
            </a:endParaRPr>
          </a:p>
          <a:p>
            <a:r>
              <a:rPr lang="en-US" i="1" dirty="0">
                <a:ea typeface="+mn-lt"/>
                <a:cs typeface="+mn-lt"/>
              </a:rPr>
              <a:t> </a:t>
            </a:r>
            <a:r>
              <a:rPr lang="en-US" i="1">
                <a:ea typeface="+mn-lt"/>
                <a:cs typeface="+mn-lt"/>
              </a:rPr>
              <a:t>Ran, F. Ann, et al. “Genome Engineering Using the CRISPR-Cas9 System.” Nature Protocols, vol. 8, no. 11, Nature Portfolio, Oct. 2013, pp. 2281–308, </a:t>
            </a:r>
            <a:r>
              <a:rPr lang="en-US" i="1" dirty="0">
                <a:ea typeface="+mn-lt"/>
                <a:cs typeface="+mn-lt"/>
                <a:hlinkClick r:id="rId4"/>
              </a:rPr>
              <a:t>https://doi.org/10.1038/nprot.2013.143</a:t>
            </a:r>
            <a:r>
              <a:rPr lang="en-US" i="1">
                <a:ea typeface="+mn-lt"/>
                <a:cs typeface="+mn-lt"/>
              </a:rPr>
              <a:t>. Accessed 9 Feb. 2025.</a:t>
            </a:r>
            <a:endParaRPr lang="en-US">
              <a:ea typeface="+mn-lt"/>
              <a:cs typeface="+mn-lt"/>
            </a:endParaRPr>
          </a:p>
          <a:p>
            <a:r>
              <a:rPr lang="en-US" i="1">
                <a:ea typeface="+mn-lt"/>
                <a:cs typeface="+mn-lt"/>
              </a:rPr>
              <a:t>‌ Li, Hongyi, et al. “Applications of Genome Editing Technology in the Targeted Therapy of Human Diseases: Mechanisms, Advances and Prospects.” Signal Transduction and Targeted Therapy, vol. 5, no. 1, Springer Nature, Jan. 2020, </a:t>
            </a:r>
            <a:r>
              <a:rPr lang="en-US" i="1" dirty="0">
                <a:ea typeface="+mn-lt"/>
                <a:cs typeface="+mn-lt"/>
                <a:hlinkClick r:id="rId5"/>
              </a:rPr>
              <a:t>https://doi.org/10.1038/s41392-019-0089-y</a:t>
            </a:r>
            <a:r>
              <a:rPr lang="en-US" i="1">
                <a:ea typeface="+mn-lt"/>
                <a:cs typeface="+mn-lt"/>
              </a:rPr>
              <a:t>. Accessed 9 Feb. 2025.</a:t>
            </a:r>
            <a:endParaRPr lang="en-US">
              <a:ea typeface="+mn-lt"/>
              <a:cs typeface="+mn-lt"/>
            </a:endParaRPr>
          </a:p>
          <a:p>
            <a:r>
              <a:rPr lang="en-US" i="1">
                <a:ea typeface="+mn-lt"/>
                <a:cs typeface="+mn-lt"/>
              </a:rPr>
              <a:t>“Genome.” Genome.gov, 2025, </a:t>
            </a:r>
            <a:r>
              <a:rPr lang="en-US" i="1" dirty="0">
                <a:ea typeface="+mn-lt"/>
                <a:cs typeface="+mn-lt"/>
                <a:hlinkClick r:id="rId6"/>
              </a:rPr>
              <a:t>www.genome.gov/genetics-glossary/Genome</a:t>
            </a:r>
            <a:r>
              <a:rPr lang="en-US" i="1">
                <a:ea typeface="+mn-lt"/>
                <a:cs typeface="+mn-lt"/>
              </a:rPr>
              <a:t>. Accessed 9 Feb. 2025.</a:t>
            </a:r>
            <a:endParaRPr lang="en-US">
              <a:ea typeface="+mn-lt"/>
              <a:cs typeface="+mn-lt"/>
            </a:endParaRPr>
          </a:p>
          <a:p>
            <a:r>
              <a:rPr lang="en-US" i="1">
                <a:ea typeface="+mn-lt"/>
                <a:cs typeface="+mn-lt"/>
              </a:rPr>
              <a:t>‌“How Does Genome Editing Work?” Genome.gov, 2019, </a:t>
            </a:r>
            <a:r>
              <a:rPr lang="en-US" i="1" dirty="0">
                <a:ea typeface="+mn-lt"/>
                <a:cs typeface="+mn-lt"/>
                <a:hlinkClick r:id="rId7"/>
              </a:rPr>
              <a:t>www.genome.gov/about-genomics/policy-issues/Genome-Editing/How-genome-editing-works</a:t>
            </a:r>
            <a:r>
              <a:rPr lang="en-US" i="1">
                <a:ea typeface="+mn-lt"/>
                <a:cs typeface="+mn-lt"/>
              </a:rPr>
              <a:t>. Accessed 9 Feb. 2025.</a:t>
            </a:r>
            <a:endParaRPr lang="en-US">
              <a:ea typeface="+mn-lt"/>
              <a:cs typeface="+mn-lt"/>
            </a:endParaRPr>
          </a:p>
          <a:p>
            <a:r>
              <a:rPr lang="en-US" i="1">
                <a:ea typeface="+mn-lt"/>
                <a:cs typeface="+mn-lt"/>
              </a:rPr>
              <a:t>Johnston, Ian. “NHS in England to Roll out £1.7mn Crispr Gene Editing Drug.” @FinancialTimes, Financial Times, 7 Aug. 2024, </a:t>
            </a:r>
            <a:r>
              <a:rPr lang="en-US" i="1" dirty="0">
                <a:ea typeface="+mn-lt"/>
                <a:cs typeface="+mn-lt"/>
                <a:hlinkClick r:id="rId8"/>
              </a:rPr>
              <a:t>www.ft.com/content/061c5c18-487d-44aa-89e2-fe692b40c63d</a:t>
            </a:r>
            <a:r>
              <a:rPr lang="en-US" i="1">
                <a:ea typeface="+mn-lt"/>
                <a:cs typeface="+mn-lt"/>
              </a:rPr>
              <a:t>. Accessed 9 Feb. 2025.</a:t>
            </a:r>
            <a:endParaRPr lang="en-US">
              <a:ea typeface="+mn-lt"/>
              <a:cs typeface="+mn-lt"/>
            </a:endParaRPr>
          </a:p>
          <a:p>
            <a:r>
              <a:rPr lang="en-US" i="1">
                <a:ea typeface="+mn-lt"/>
                <a:cs typeface="+mn-lt"/>
              </a:rPr>
              <a:t>Philippidis, Alex. “Top 10 Publicly Owned Gene Editing Therapy Companies.” GEN - Genetic Engineering and Biotechnology News, 31 May 2024, </a:t>
            </a:r>
            <a:r>
              <a:rPr lang="en-US" i="1" dirty="0">
                <a:ea typeface="+mn-lt"/>
                <a:cs typeface="+mn-lt"/>
                <a:hlinkClick r:id="rId9"/>
              </a:rPr>
              <a:t>www.genengnews.com/topics/genome-editing/top-10-publicly-owned-gene-editing-therapy-companies/</a:t>
            </a:r>
            <a:r>
              <a:rPr lang="en-US" i="1">
                <a:ea typeface="+mn-lt"/>
                <a:cs typeface="+mn-lt"/>
              </a:rPr>
              <a:t>. Accessed 9 Feb. 2025.</a:t>
            </a:r>
            <a:endParaRPr lang="en-US">
              <a:ea typeface="+mn-lt"/>
              <a:cs typeface="+mn-lt"/>
            </a:endParaRPr>
          </a:p>
        </p:txBody>
      </p:sp>
    </p:spTree>
    <p:extLst>
      <p:ext uri="{BB962C8B-B14F-4D97-AF65-F5344CB8AC3E}">
        <p14:creationId xmlns:p14="http://schemas.microsoft.com/office/powerpoint/2010/main" val="1989379421"/>
      </p:ext>
    </p:extLst>
  </p:cSld>
  <p:clrMapOvr>
    <a:masterClrMapping/>
  </p:clrMapOvr>
</p:sld>
</file>

<file path=ppt/theme/theme1.xml><?xml version="1.0" encoding="utf-8"?>
<a:theme xmlns:a="http://schemas.openxmlformats.org/drawingml/2006/main" name="SketchyVTI">
  <a:themeElements>
    <a:clrScheme name="AnalogousFromLightSeedLeftStep">
      <a:dk1>
        <a:srgbClr val="000000"/>
      </a:dk1>
      <a:lt1>
        <a:srgbClr val="FFFFFF"/>
      </a:lt1>
      <a:dk2>
        <a:srgbClr val="242E41"/>
      </a:dk2>
      <a:lt2>
        <a:srgbClr val="E2E8E2"/>
      </a:lt2>
      <a:accent1>
        <a:srgbClr val="CB8DD0"/>
      </a:accent1>
      <a:accent2>
        <a:srgbClr val="9E73C5"/>
      </a:accent2>
      <a:accent3>
        <a:srgbClr val="938DD0"/>
      </a:accent3>
      <a:accent4>
        <a:srgbClr val="738DC5"/>
      </a:accent4>
      <a:accent5>
        <a:srgbClr val="6DACC3"/>
      </a:accent5>
      <a:accent6>
        <a:srgbClr val="67B1A6"/>
      </a:accent6>
      <a:hlink>
        <a:srgbClr val="5A8E56"/>
      </a:hlink>
      <a:folHlink>
        <a:srgbClr val="7F7F7F"/>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7</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SketchyVTI</vt:lpstr>
      <vt:lpstr>Genomics and Gene Editing</vt:lpstr>
      <vt:lpstr>Key Terms</vt:lpstr>
      <vt:lpstr>Scope</vt:lpstr>
      <vt:lpstr>Overview</vt:lpstr>
      <vt:lpstr>Benefits</vt:lpstr>
      <vt:lpstr>Current Challenges</vt:lpstr>
      <vt:lpstr>Examples in Practice</vt:lpstr>
      <vt:lpstr>The Future!</vt:lpstr>
      <vt:lpstr>Conclusion</vt:lpstr>
      <vt:lpstr>The End!</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372</cp:revision>
  <dcterms:created xsi:type="dcterms:W3CDTF">2025-02-09T02:21:50Z</dcterms:created>
  <dcterms:modified xsi:type="dcterms:W3CDTF">2025-02-10T02:57:29Z</dcterms:modified>
</cp:coreProperties>
</file>